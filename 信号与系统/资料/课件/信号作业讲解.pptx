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0.xml" ContentType="application/vnd.openxmlformats-officedocument.presentationml.notesSlide+xml"/>
  <Override PartName="/ppt/tags/tag20.xml" ContentType="application/vnd.openxmlformats-officedocument.presentationml.tags+xml"/>
  <Override PartName="/ppt/notesSlides/notesSlide1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2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3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4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5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6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7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8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9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0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21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22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23.xml" ContentType="application/vnd.openxmlformats-officedocument.presentationml.notesSlide+xml"/>
  <Override PartName="/ppt/tags/tag47.xml" ContentType="application/vnd.openxmlformats-officedocument.presentationml.tags+xml"/>
  <Override PartName="/ppt/notesSlides/notesSlide24.xml" ContentType="application/vnd.openxmlformats-officedocument.presentationml.notesSlide+xml"/>
  <Override PartName="/ppt/tags/tag48.xml" ContentType="application/vnd.openxmlformats-officedocument.presentationml.tags+xml"/>
  <Override PartName="/ppt/notesSlides/notesSlide25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26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27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28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9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30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3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32.xml" ContentType="application/vnd.openxmlformats-officedocument.presentationml.notesSlide+xml"/>
  <Override PartName="/ppt/tags/tag68.xml" ContentType="application/vnd.openxmlformats-officedocument.presentationml.tags+xml"/>
  <Override PartName="/ppt/notesSlides/notesSlide33.xml" ContentType="application/vnd.openxmlformats-officedocument.presentationml.notesSlide+xml"/>
  <Override PartName="/ppt/tags/tag69.xml" ContentType="application/vnd.openxmlformats-officedocument.presentationml.tags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210.xml" ContentType="application/vnd.openxmlformats-officedocument.presentationml.tags+xml"/>
  <Override PartName="/ppt/tags/tag211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</p:sldMasterIdLst>
  <p:notesMasterIdLst>
    <p:notesMasterId r:id="rId37"/>
  </p:notesMasterIdLst>
  <p:sldIdLst>
    <p:sldId id="1180" r:id="rId3"/>
    <p:sldId id="1115" r:id="rId4"/>
    <p:sldId id="1219" r:id="rId5"/>
    <p:sldId id="1235" r:id="rId6"/>
    <p:sldId id="1213" r:id="rId7"/>
    <p:sldId id="1220" r:id="rId8"/>
    <p:sldId id="1236" r:id="rId9"/>
    <p:sldId id="1222" r:id="rId10"/>
    <p:sldId id="1223" r:id="rId11"/>
    <p:sldId id="1224" r:id="rId12"/>
    <p:sldId id="1225" r:id="rId13"/>
    <p:sldId id="1226" r:id="rId14"/>
    <p:sldId id="1227" r:id="rId15"/>
    <p:sldId id="1221" r:id="rId16"/>
    <p:sldId id="1234" r:id="rId17"/>
    <p:sldId id="1228" r:id="rId18"/>
    <p:sldId id="1237" r:id="rId19"/>
    <p:sldId id="1239" r:id="rId20"/>
    <p:sldId id="1240" r:id="rId21"/>
    <p:sldId id="1241" r:id="rId22"/>
    <p:sldId id="1242" r:id="rId23"/>
    <p:sldId id="1243" r:id="rId24"/>
    <p:sldId id="1244" r:id="rId25"/>
    <p:sldId id="1245" r:id="rId26"/>
    <p:sldId id="1246" r:id="rId27"/>
    <p:sldId id="1248" r:id="rId28"/>
    <p:sldId id="1249" r:id="rId29"/>
    <p:sldId id="1250" r:id="rId30"/>
    <p:sldId id="1251" r:id="rId31"/>
    <p:sldId id="1252" r:id="rId32"/>
    <p:sldId id="1253" r:id="rId33"/>
    <p:sldId id="1254" r:id="rId34"/>
    <p:sldId id="1255" r:id="rId35"/>
    <p:sldId id="1256" r:id="rId36"/>
  </p:sldIdLst>
  <p:sldSz cx="12192000" cy="6858000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726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g Jim" initials="YJ" lastIdx="1" clrIdx="0">
    <p:extLst>
      <p:ext uri="{19B8F6BF-5375-455C-9EA6-DF929625EA0E}">
        <p15:presenceInfo xmlns:p15="http://schemas.microsoft.com/office/powerpoint/2012/main" userId="d58b1b1194e4a80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A55"/>
    <a:srgbClr val="0000FF"/>
    <a:srgbClr val="006461"/>
    <a:srgbClr val="FFFFFF"/>
    <a:srgbClr val="00685A"/>
    <a:srgbClr val="008000"/>
    <a:srgbClr val="7BE4FD"/>
    <a:srgbClr val="69B387"/>
    <a:srgbClr val="3B7552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944" autoAdjust="0"/>
  </p:normalViewPr>
  <p:slideViewPr>
    <p:cSldViewPr snapToGrid="0">
      <p:cViewPr varScale="1">
        <p:scale>
          <a:sx n="67" d="100"/>
          <a:sy n="67" d="100"/>
        </p:scale>
        <p:origin x="426" y="33"/>
      </p:cViewPr>
      <p:guideLst>
        <p:guide orient="horz" pos="2160"/>
        <p:guide pos="4726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2339604E-0AD1-47F1-B47E-A286F2141642}" type="datetimeFigureOut">
              <a:rPr lang="zh-CN" altLang="en-US" smtClean="0"/>
              <a:pPr/>
              <a:t>2025/1/5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03BE32A4-7929-44C7-92B1-DA807C3915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627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5.bin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156.emf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5.bin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156.emf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部分同学画成了</a:t>
            </a:r>
            <a:r>
              <a:rPr lang="en-US" altLang="zh-CN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t-1</a:t>
            </a:r>
            <a:r>
              <a:rPr lang="zh-CN" altLang="en-US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1200" b="1" cap="none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962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第二个的取值是在</a:t>
            </a:r>
            <a:r>
              <a:rPr lang="en-US" altLang="zh-CN" dirty="0" err="1"/>
              <a:t>2T</a:t>
            </a:r>
            <a:r>
              <a:rPr lang="zh-CN" altLang="en-US" dirty="0"/>
              <a:t>到</a:t>
            </a:r>
            <a:r>
              <a:rPr lang="en-US" altLang="zh-CN" dirty="0" err="1"/>
              <a:t>8T</a:t>
            </a:r>
            <a:r>
              <a:rPr lang="zh-CN" altLang="en-US" dirty="0"/>
              <a:t>之间，写出来的式子带复数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557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坐标轴数字和符号要正确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633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错的人比较多，只需利用线性时不变系统的特性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091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漏写起始时刻，起始时刻为原信号</a:t>
            </a:r>
            <a:r>
              <a:rPr lang="zh-CN" altLang="en-US" sz="1200" dirty="0">
                <a:solidFill>
                  <a:srgbClr val="C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起始时刻之和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544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810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没有考虑结果为</a:t>
            </a:r>
            <a:r>
              <a:rPr lang="en-US" altLang="zh-CN" dirty="0"/>
              <a:t>0</a:t>
            </a:r>
            <a:r>
              <a:rPr lang="zh-CN" altLang="en-US" dirty="0"/>
              <a:t>的情况，定义域要连续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855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公式带错，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t-τ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写成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τ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0261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题目与卷积和的证明类似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720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078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100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几乎全做对了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036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0169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9369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402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210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部分同学画成了</a:t>
            </a:r>
            <a:r>
              <a:rPr lang="en-US" altLang="zh-CN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t-1</a:t>
            </a:r>
            <a:r>
              <a:rPr lang="zh-CN" altLang="en-US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1200" b="1" cap="none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9628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部分同学画成了</a:t>
            </a:r>
            <a:r>
              <a:rPr lang="en-US" altLang="zh-CN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t-1</a:t>
            </a:r>
            <a:r>
              <a:rPr lang="zh-CN" altLang="en-US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1200" b="1" cap="none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9628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第二个的取值是在</a:t>
            </a:r>
            <a:r>
              <a:rPr lang="en-US" altLang="zh-CN" dirty="0" err="1"/>
              <a:t>2T</a:t>
            </a:r>
            <a:r>
              <a:rPr lang="zh-CN" altLang="en-US" dirty="0"/>
              <a:t>到</a:t>
            </a:r>
            <a:r>
              <a:rPr lang="en-US" altLang="zh-CN" dirty="0" err="1"/>
              <a:t>8T</a:t>
            </a:r>
            <a:r>
              <a:rPr lang="zh-CN" altLang="en-US" dirty="0"/>
              <a:t>之间，写出来的式子带复数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557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坐标轴数字和符号要正确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6339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错的人比较多，只需利用线性时不变系统的特性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0911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漏写起始时刻，起始时刻为原信号</a:t>
            </a:r>
            <a:r>
              <a:rPr lang="zh-CN" altLang="en-US" sz="1200" dirty="0">
                <a:solidFill>
                  <a:srgbClr val="C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起始时刻之和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22</a:t>
            </a:fld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2009724-38D2-A9CE-B1CB-CCCAE36DB2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532993"/>
              </p:ext>
            </p:extLst>
          </p:nvPr>
        </p:nvGraphicFramePr>
        <p:xfrm>
          <a:off x="1062038" y="4691063"/>
          <a:ext cx="4978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979171" imgH="850351" progId="Equation.DSMT4">
                  <p:embed/>
                </p:oleObj>
              </mc:Choice>
              <mc:Fallback>
                <p:oleObj name="Equation" r:id="rId3" imgW="4979171" imgH="850351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2009724-38D2-A9CE-B1CB-CCCAE36DB2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038" y="4691063"/>
                        <a:ext cx="49784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75442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8106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公式带错，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t-τ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写成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τ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0261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0783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部分同学画成了</a:t>
            </a:r>
            <a:r>
              <a:rPr lang="en-US" altLang="zh-CN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t-1</a:t>
            </a:r>
            <a:r>
              <a:rPr lang="zh-CN" altLang="en-US" sz="1200" b="1" cap="none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1200" b="1" cap="none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9628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第二个的取值是在</a:t>
            </a:r>
            <a:r>
              <a:rPr lang="en-US" altLang="zh-CN" dirty="0" err="1"/>
              <a:t>2T</a:t>
            </a:r>
            <a:r>
              <a:rPr lang="zh-CN" altLang="en-US" dirty="0"/>
              <a:t>到</a:t>
            </a:r>
            <a:r>
              <a:rPr lang="en-US" altLang="zh-CN" dirty="0" err="1"/>
              <a:t>8T</a:t>
            </a:r>
            <a:r>
              <a:rPr lang="zh-CN" altLang="en-US" dirty="0"/>
              <a:t>之间，写出来的式子带复数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5576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坐标轴数字和符号要正确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6339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错的人比较多，只需利用线性时不变系统的特性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0911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错的人比较多，只需利用线性时不变系统的特性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3441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漏写起始时刻，起始时刻为原信号</a:t>
            </a:r>
            <a:r>
              <a:rPr lang="zh-CN" altLang="en-US" sz="1200" dirty="0">
                <a:solidFill>
                  <a:srgbClr val="C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起始时刻之和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31</a:t>
            </a:fld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2009724-38D2-A9CE-B1CB-CCCAE36DB2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532993"/>
              </p:ext>
            </p:extLst>
          </p:nvPr>
        </p:nvGraphicFramePr>
        <p:xfrm>
          <a:off x="1062038" y="4691063"/>
          <a:ext cx="4978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979171" imgH="850351" progId="Equation.DSMT4">
                  <p:embed/>
                </p:oleObj>
              </mc:Choice>
              <mc:Fallback>
                <p:oleObj name="Equation" r:id="rId3" imgW="4979171" imgH="850351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2009724-38D2-A9CE-B1CB-CCCAE36DB2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038" y="4691063"/>
                        <a:ext cx="49784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75442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8106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公式带错，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t-τ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写成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τ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0261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7275" cy="34528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E32A4-7929-44C7-92B1-DA807C391519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078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B51F-576E-40C4-AE72-50B3E3765CE3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A6D3-A492-47CD-BA02-7DE6531A5664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2" y="4552637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8A286-4288-476F-905A-47DEBAA6B424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8803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FEE1-A4FC-4AE3-959C-17BBDE41580C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45127" y="1681852"/>
            <a:ext cx="515620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5127" y="2507554"/>
            <a:ext cx="515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3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3" y="2507554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C291C-EC79-496B-899A-061701179E5C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3A3BF-9722-4E65-8EA2-E728498AE8C8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9E5B5-857A-4289-B5C3-B724C80A579C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9" y="457204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990600"/>
            <a:ext cx="617220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9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6E67E-E08E-4E38-88B7-8E1E0B7D05A3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9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9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8A64-343A-4EFA-9C9A-4F6192EDB858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985C-7B37-4FFB-A2FB-2161A3269E78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0366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2D7D0-EEBB-4A9F-8879-F8C693CC84D2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1FEC4-1FA1-480B-A396-F3B074CB2BD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16FE6-011E-4AA6-9E59-345EED4A3943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图形用户界面, 文本, 应用程序, 聊天或短信&#10;&#10;描述已自动生成">
            <a:extLst>
              <a:ext uri="{FF2B5EF4-FFF2-40B4-BE49-F238E27FC236}">
                <a16:creationId xmlns:a16="http://schemas.microsoft.com/office/drawing/2014/main" id="{1A53FAE0-2FA6-4D6B-9C4D-AA54739A3D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000"/>
          <a:stretch/>
        </p:blipFill>
        <p:spPr>
          <a:xfrm>
            <a:off x="0" y="0"/>
            <a:ext cx="1508760" cy="6858000"/>
          </a:xfrm>
          <a:prstGeom prst="rect">
            <a:avLst/>
          </a:prstGeom>
        </p:spPr>
      </p:pic>
      <p:pic>
        <p:nvPicPr>
          <p:cNvPr id="8" name="图片 7" descr="图形用户界面, 文本, 应用程序&#10;&#10;描述已自动生成">
            <a:extLst>
              <a:ext uri="{FF2B5EF4-FFF2-40B4-BE49-F238E27FC236}">
                <a16:creationId xmlns:a16="http://schemas.microsoft.com/office/drawing/2014/main" id="{062C9F97-A473-4A1E-A507-06A11EA1B3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4"/>
          <a:stretch/>
        </p:blipFill>
        <p:spPr>
          <a:xfrm>
            <a:off x="1231900" y="0"/>
            <a:ext cx="10439400" cy="6858000"/>
          </a:xfrm>
          <a:prstGeom prst="rect">
            <a:avLst/>
          </a:prstGeom>
        </p:spPr>
      </p:pic>
      <p:pic>
        <p:nvPicPr>
          <p:cNvPr id="9" name="图片 8" descr="图形用户界面, 文本, 应用程序&#10;&#10;描述已自动生成">
            <a:extLst>
              <a:ext uri="{FF2B5EF4-FFF2-40B4-BE49-F238E27FC236}">
                <a16:creationId xmlns:a16="http://schemas.microsoft.com/office/drawing/2014/main" id="{C4EB8F79-C4F7-4775-9108-7F47985E11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4" t="10815"/>
          <a:stretch/>
        </p:blipFill>
        <p:spPr>
          <a:xfrm>
            <a:off x="0" y="741680"/>
            <a:ext cx="12065000" cy="6116320"/>
          </a:xfrm>
          <a:prstGeom prst="rect">
            <a:avLst/>
          </a:prstGeom>
        </p:spPr>
      </p:pic>
      <p:pic>
        <p:nvPicPr>
          <p:cNvPr id="10" name="图片 9" descr="图形用户界面, 文本, 应用程序&#10;&#10;描述已自动生成">
            <a:extLst>
              <a:ext uri="{FF2B5EF4-FFF2-40B4-BE49-F238E27FC236}">
                <a16:creationId xmlns:a16="http://schemas.microsoft.com/office/drawing/2014/main" id="{2F858140-6A3C-43A1-8199-60420EF087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68" r="11599"/>
          <a:stretch/>
        </p:blipFill>
        <p:spPr>
          <a:xfrm>
            <a:off x="6406552" y="0"/>
            <a:ext cx="5785449" cy="6858000"/>
          </a:xfrm>
          <a:prstGeom prst="rect">
            <a:avLst/>
          </a:prstGeom>
        </p:spPr>
      </p:pic>
      <p:pic>
        <p:nvPicPr>
          <p:cNvPr id="11" name="图片 10" descr="图形用户界面, 文本, 应用程序&#10;&#10;描述已自动生成">
            <a:extLst>
              <a:ext uri="{FF2B5EF4-FFF2-40B4-BE49-F238E27FC236}">
                <a16:creationId xmlns:a16="http://schemas.microsoft.com/office/drawing/2014/main" id="{9DCA9DD2-D595-496E-9E6C-E948F82955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99" r="49209"/>
          <a:stretch/>
        </p:blipFill>
        <p:spPr>
          <a:xfrm>
            <a:off x="4813300" y="0"/>
            <a:ext cx="2005403" cy="6858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A757D4F-2814-4F8F-93E7-0FE9969DD70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1" y="53412"/>
            <a:ext cx="917692" cy="68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55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5A99-5288-4C3B-A3C3-A5D467F8021C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300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6AEC-63B8-4FD0-BF82-61C456AB1DAE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442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62515-1900-4161-BD37-9C52D26FA375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942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44611-1025-4124-BC68-8E327BA90193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371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4A5F-1E9B-4E3D-AD5E-F86EEBB97CD5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561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3930C-E74B-428A-8734-B84987C477C7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987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A3AE-6FF3-46AA-8F7D-096B54CD3332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9289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72CB-84AD-46C7-A490-22BCCF9223E3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969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257C-4C0A-4998-A6D4-C3902D85C579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5626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ABC0E-60EF-4621-A73B-5B78ED234481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6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8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8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4340154-AB45-44D3-84F5-FDD39155EA9A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1FEC4-1FA1-480B-A396-F3B074CB2BD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E6AD6-A2D0-4689-869E-A7DBFD833F27}" type="datetime1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378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2.bin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4.bin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3.wmf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2.wmf"/><Relationship Id="rId4" Type="http://schemas.openxmlformats.org/officeDocument/2006/relationships/notesSlide" Target="../notesSlides/notesSlide4.xml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.bin"/><Relationship Id="rId18" Type="http://schemas.openxmlformats.org/officeDocument/2006/relationships/image" Target="../media/image20.wmf"/><Relationship Id="rId26" Type="http://schemas.openxmlformats.org/officeDocument/2006/relationships/image" Target="../media/image24.wmf"/><Relationship Id="rId39" Type="http://schemas.openxmlformats.org/officeDocument/2006/relationships/oleObject" Target="../embeddings/oleObject27.bin"/><Relationship Id="rId21" Type="http://schemas.openxmlformats.org/officeDocument/2006/relationships/oleObject" Target="../embeddings/oleObject18.bin"/><Relationship Id="rId34" Type="http://schemas.openxmlformats.org/officeDocument/2006/relationships/image" Target="../media/image28.wmf"/><Relationship Id="rId42" Type="http://schemas.openxmlformats.org/officeDocument/2006/relationships/image" Target="../media/image32.wmf"/><Relationship Id="rId47" Type="http://schemas.openxmlformats.org/officeDocument/2006/relationships/oleObject" Target="../embeddings/oleObject31.bin"/><Relationship Id="rId50" Type="http://schemas.openxmlformats.org/officeDocument/2006/relationships/image" Target="../media/image36.wmf"/><Relationship Id="rId55" Type="http://schemas.openxmlformats.org/officeDocument/2006/relationships/oleObject" Target="../embeddings/oleObject35.bin"/><Relationship Id="rId63" Type="http://schemas.openxmlformats.org/officeDocument/2006/relationships/oleObject" Target="../embeddings/oleObject39.bin"/><Relationship Id="rId7" Type="http://schemas.openxmlformats.org/officeDocument/2006/relationships/oleObject" Target="../embeddings/oleObject11.bin"/><Relationship Id="rId2" Type="http://schemas.openxmlformats.org/officeDocument/2006/relationships/tags" Target="../tags/tag10.xml"/><Relationship Id="rId16" Type="http://schemas.openxmlformats.org/officeDocument/2006/relationships/image" Target="../media/image19.wmf"/><Relationship Id="rId29" Type="http://schemas.openxmlformats.org/officeDocument/2006/relationships/oleObject" Target="../embeddings/oleObject22.bin"/><Relationship Id="rId11" Type="http://schemas.openxmlformats.org/officeDocument/2006/relationships/oleObject" Target="../embeddings/oleObject13.bin"/><Relationship Id="rId24" Type="http://schemas.openxmlformats.org/officeDocument/2006/relationships/image" Target="../media/image23.wmf"/><Relationship Id="rId32" Type="http://schemas.openxmlformats.org/officeDocument/2006/relationships/image" Target="../media/image27.wmf"/><Relationship Id="rId37" Type="http://schemas.openxmlformats.org/officeDocument/2006/relationships/oleObject" Target="../embeddings/oleObject26.bin"/><Relationship Id="rId40" Type="http://schemas.openxmlformats.org/officeDocument/2006/relationships/image" Target="../media/image31.wmf"/><Relationship Id="rId45" Type="http://schemas.openxmlformats.org/officeDocument/2006/relationships/oleObject" Target="../embeddings/oleObject30.bin"/><Relationship Id="rId53" Type="http://schemas.openxmlformats.org/officeDocument/2006/relationships/oleObject" Target="../embeddings/oleObject34.bin"/><Relationship Id="rId58" Type="http://schemas.openxmlformats.org/officeDocument/2006/relationships/image" Target="../media/image40.wmf"/><Relationship Id="rId5" Type="http://schemas.openxmlformats.org/officeDocument/2006/relationships/oleObject" Target="../embeddings/oleObject10.bin"/><Relationship Id="rId61" Type="http://schemas.openxmlformats.org/officeDocument/2006/relationships/oleObject" Target="../embeddings/oleObject38.bin"/><Relationship Id="rId19" Type="http://schemas.openxmlformats.org/officeDocument/2006/relationships/oleObject" Target="../embeddings/oleObject17.bin"/><Relationship Id="rId14" Type="http://schemas.openxmlformats.org/officeDocument/2006/relationships/image" Target="../media/image18.wmf"/><Relationship Id="rId22" Type="http://schemas.openxmlformats.org/officeDocument/2006/relationships/image" Target="../media/image22.wmf"/><Relationship Id="rId27" Type="http://schemas.openxmlformats.org/officeDocument/2006/relationships/oleObject" Target="../embeddings/oleObject21.bin"/><Relationship Id="rId30" Type="http://schemas.openxmlformats.org/officeDocument/2006/relationships/image" Target="../media/image26.wmf"/><Relationship Id="rId35" Type="http://schemas.openxmlformats.org/officeDocument/2006/relationships/oleObject" Target="../embeddings/oleObject25.bin"/><Relationship Id="rId43" Type="http://schemas.openxmlformats.org/officeDocument/2006/relationships/oleObject" Target="../embeddings/oleObject29.bin"/><Relationship Id="rId48" Type="http://schemas.openxmlformats.org/officeDocument/2006/relationships/image" Target="../media/image35.wmf"/><Relationship Id="rId56" Type="http://schemas.openxmlformats.org/officeDocument/2006/relationships/image" Target="../media/image39.wmf"/><Relationship Id="rId64" Type="http://schemas.openxmlformats.org/officeDocument/2006/relationships/image" Target="../media/image43.wmf"/><Relationship Id="rId8" Type="http://schemas.openxmlformats.org/officeDocument/2006/relationships/image" Target="../media/image15.wmf"/><Relationship Id="rId51" Type="http://schemas.openxmlformats.org/officeDocument/2006/relationships/oleObject" Target="../embeddings/oleObject33.bin"/><Relationship Id="rId3" Type="http://schemas.openxmlformats.org/officeDocument/2006/relationships/slideLayout" Target="../slideLayouts/slideLayout12.xml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16.bin"/><Relationship Id="rId25" Type="http://schemas.openxmlformats.org/officeDocument/2006/relationships/oleObject" Target="../embeddings/oleObject20.bin"/><Relationship Id="rId33" Type="http://schemas.openxmlformats.org/officeDocument/2006/relationships/oleObject" Target="../embeddings/oleObject24.bin"/><Relationship Id="rId38" Type="http://schemas.openxmlformats.org/officeDocument/2006/relationships/image" Target="../media/image30.wmf"/><Relationship Id="rId46" Type="http://schemas.openxmlformats.org/officeDocument/2006/relationships/image" Target="../media/image34.wmf"/><Relationship Id="rId59" Type="http://schemas.openxmlformats.org/officeDocument/2006/relationships/oleObject" Target="../embeddings/oleObject37.bin"/><Relationship Id="rId20" Type="http://schemas.openxmlformats.org/officeDocument/2006/relationships/image" Target="../media/image21.wmf"/><Relationship Id="rId41" Type="http://schemas.openxmlformats.org/officeDocument/2006/relationships/oleObject" Target="../embeddings/oleObject28.bin"/><Relationship Id="rId54" Type="http://schemas.openxmlformats.org/officeDocument/2006/relationships/image" Target="../media/image38.wmf"/><Relationship Id="rId62" Type="http://schemas.openxmlformats.org/officeDocument/2006/relationships/image" Target="../media/image42.wmf"/><Relationship Id="rId1" Type="http://schemas.openxmlformats.org/officeDocument/2006/relationships/tags" Target="../tags/tag9.xml"/><Relationship Id="rId6" Type="http://schemas.openxmlformats.org/officeDocument/2006/relationships/image" Target="../media/image14.wmf"/><Relationship Id="rId15" Type="http://schemas.openxmlformats.org/officeDocument/2006/relationships/oleObject" Target="../embeddings/oleObject15.bin"/><Relationship Id="rId23" Type="http://schemas.openxmlformats.org/officeDocument/2006/relationships/oleObject" Target="../embeddings/oleObject19.bin"/><Relationship Id="rId28" Type="http://schemas.openxmlformats.org/officeDocument/2006/relationships/image" Target="../media/image25.wmf"/><Relationship Id="rId36" Type="http://schemas.openxmlformats.org/officeDocument/2006/relationships/image" Target="../media/image29.wmf"/><Relationship Id="rId49" Type="http://schemas.openxmlformats.org/officeDocument/2006/relationships/oleObject" Target="../embeddings/oleObject32.bin"/><Relationship Id="rId57" Type="http://schemas.openxmlformats.org/officeDocument/2006/relationships/oleObject" Target="../embeddings/oleObject36.bin"/><Relationship Id="rId10" Type="http://schemas.openxmlformats.org/officeDocument/2006/relationships/image" Target="../media/image16.wmf"/><Relationship Id="rId31" Type="http://schemas.openxmlformats.org/officeDocument/2006/relationships/oleObject" Target="../embeddings/oleObject23.bin"/><Relationship Id="rId44" Type="http://schemas.openxmlformats.org/officeDocument/2006/relationships/image" Target="../media/image33.wmf"/><Relationship Id="rId52" Type="http://schemas.openxmlformats.org/officeDocument/2006/relationships/image" Target="../media/image37.wmf"/><Relationship Id="rId60" Type="http://schemas.openxmlformats.org/officeDocument/2006/relationships/image" Target="../media/image41.wmf"/><Relationship Id="rId4" Type="http://schemas.openxmlformats.org/officeDocument/2006/relationships/notesSlide" Target="../notesSlides/notesSlide5.xml"/><Relationship Id="rId9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w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48.bin"/><Relationship Id="rId39" Type="http://schemas.openxmlformats.org/officeDocument/2006/relationships/image" Target="../media/image59.wmf"/><Relationship Id="rId21" Type="http://schemas.openxmlformats.org/officeDocument/2006/relationships/image" Target="../media/image49.wmf"/><Relationship Id="rId34" Type="http://schemas.openxmlformats.org/officeDocument/2006/relationships/image" Target="../media/image56.png"/><Relationship Id="rId42" Type="http://schemas.openxmlformats.org/officeDocument/2006/relationships/image" Target="../media/image75.png"/><Relationship Id="rId7" Type="http://schemas.openxmlformats.org/officeDocument/2006/relationships/image" Target="../media/image55.pn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60.png"/><Relationship Id="rId20" Type="http://schemas.openxmlformats.org/officeDocument/2006/relationships/oleObject" Target="../embeddings/oleObject45.bin"/><Relationship Id="rId29" Type="http://schemas.openxmlformats.org/officeDocument/2006/relationships/image" Target="../media/image53.wmf"/><Relationship Id="rId41" Type="http://schemas.openxmlformats.org/officeDocument/2006/relationships/image" Target="../media/image74.png"/><Relationship Id="rId1" Type="http://schemas.openxmlformats.org/officeDocument/2006/relationships/tags" Target="../tags/tag13.xml"/><Relationship Id="rId6" Type="http://schemas.openxmlformats.org/officeDocument/2006/relationships/image" Target="../media/image54.png"/><Relationship Id="rId11" Type="http://schemas.openxmlformats.org/officeDocument/2006/relationships/image" Target="../media/image45.wmf"/><Relationship Id="rId24" Type="http://schemas.openxmlformats.org/officeDocument/2006/relationships/oleObject" Target="../embeddings/oleObject47.bin"/><Relationship Id="rId32" Type="http://schemas.openxmlformats.org/officeDocument/2006/relationships/oleObject" Target="../embeddings/oleObject51.bin"/><Relationship Id="rId37" Type="http://schemas.openxmlformats.org/officeDocument/2006/relationships/image" Target="../media/image58.emf"/><Relationship Id="rId5" Type="http://schemas.openxmlformats.org/officeDocument/2006/relationships/image" Target="../media/image53.png"/><Relationship Id="rId15" Type="http://schemas.openxmlformats.org/officeDocument/2006/relationships/image" Target="../media/image47.wmf"/><Relationship Id="rId23" Type="http://schemas.openxmlformats.org/officeDocument/2006/relationships/image" Target="../media/image50.wmf"/><Relationship Id="rId28" Type="http://schemas.openxmlformats.org/officeDocument/2006/relationships/oleObject" Target="../embeddings/oleObject49.bin"/><Relationship Id="rId36" Type="http://schemas.openxmlformats.org/officeDocument/2006/relationships/image" Target="../media/image57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48.wmf"/><Relationship Id="rId31" Type="http://schemas.openxmlformats.org/officeDocument/2006/relationships/image" Target="../media/image54.wmf"/><Relationship Id="rId4" Type="http://schemas.openxmlformats.org/officeDocument/2006/relationships/image" Target="../media/image52.png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43.bin"/><Relationship Id="rId22" Type="http://schemas.openxmlformats.org/officeDocument/2006/relationships/oleObject" Target="../embeddings/oleObject46.bin"/><Relationship Id="rId27" Type="http://schemas.openxmlformats.org/officeDocument/2006/relationships/image" Target="../media/image52.wmf"/><Relationship Id="rId30" Type="http://schemas.openxmlformats.org/officeDocument/2006/relationships/oleObject" Target="../embeddings/oleObject50.bin"/><Relationship Id="rId35" Type="http://schemas.openxmlformats.org/officeDocument/2006/relationships/oleObject" Target="../embeddings/oleObject52.bin"/><Relationship Id="rId8" Type="http://schemas.openxmlformats.org/officeDocument/2006/relationships/oleObject" Target="../embeddings/oleObject40.bin"/><Relationship Id="rId3" Type="http://schemas.openxmlformats.org/officeDocument/2006/relationships/notesSlide" Target="../notesSlides/notesSlide7.xml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61.png"/><Relationship Id="rId25" Type="http://schemas.openxmlformats.org/officeDocument/2006/relationships/image" Target="../media/image51.wmf"/><Relationship Id="rId33" Type="http://schemas.openxmlformats.org/officeDocument/2006/relationships/image" Target="../media/image55.wmf"/><Relationship Id="rId38" Type="http://schemas.openxmlformats.org/officeDocument/2006/relationships/oleObject" Target="../embeddings/oleObject5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57.bin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62.wmf"/><Relationship Id="rId2" Type="http://schemas.openxmlformats.org/officeDocument/2006/relationships/tags" Target="../tags/tag15.xml"/><Relationship Id="rId16" Type="http://schemas.openxmlformats.org/officeDocument/2006/relationships/image" Target="../media/image64.wmf"/><Relationship Id="rId1" Type="http://schemas.openxmlformats.org/officeDocument/2006/relationships/tags" Target="../tags/tag14.xml"/><Relationship Id="rId6" Type="http://schemas.openxmlformats.org/officeDocument/2006/relationships/image" Target="../media/image76.png"/><Relationship Id="rId11" Type="http://schemas.openxmlformats.org/officeDocument/2006/relationships/oleObject" Target="../embeddings/oleObject56.bin"/><Relationship Id="rId5" Type="http://schemas.openxmlformats.org/officeDocument/2006/relationships/tags" Target="../tags/tag15.xml"/><Relationship Id="rId15" Type="http://schemas.openxmlformats.org/officeDocument/2006/relationships/oleObject" Target="../embeddings/oleObject58.bin"/><Relationship Id="rId10" Type="http://schemas.openxmlformats.org/officeDocument/2006/relationships/image" Target="../media/image61.wmf"/><Relationship Id="rId4" Type="http://schemas.openxmlformats.org/officeDocument/2006/relationships/notesSlide" Target="../notesSlides/notesSlide8.xml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6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63.bin"/><Relationship Id="rId18" Type="http://schemas.openxmlformats.org/officeDocument/2006/relationships/image" Target="../media/image71.wmf"/><Relationship Id="rId26" Type="http://schemas.openxmlformats.org/officeDocument/2006/relationships/image" Target="../media/image75.wmf"/><Relationship Id="rId3" Type="http://schemas.openxmlformats.org/officeDocument/2006/relationships/slideLayout" Target="../slideLayouts/slideLayout12.xml"/><Relationship Id="rId21" Type="http://schemas.openxmlformats.org/officeDocument/2006/relationships/oleObject" Target="../embeddings/oleObject67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65.bin"/><Relationship Id="rId25" Type="http://schemas.openxmlformats.org/officeDocument/2006/relationships/oleObject" Target="../embeddings/oleObject69.bin"/><Relationship Id="rId2" Type="http://schemas.openxmlformats.org/officeDocument/2006/relationships/tags" Target="../tags/tag17.xml"/><Relationship Id="rId16" Type="http://schemas.openxmlformats.org/officeDocument/2006/relationships/image" Target="../media/image70.wmf"/><Relationship Id="rId20" Type="http://schemas.openxmlformats.org/officeDocument/2006/relationships/image" Target="../media/image72.wmf"/><Relationship Id="rId1" Type="http://schemas.openxmlformats.org/officeDocument/2006/relationships/tags" Target="../tags/tag16.x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62.bin"/><Relationship Id="rId24" Type="http://schemas.openxmlformats.org/officeDocument/2006/relationships/image" Target="../media/image74.wmf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23" Type="http://schemas.openxmlformats.org/officeDocument/2006/relationships/oleObject" Target="../embeddings/oleObject68.bin"/><Relationship Id="rId28" Type="http://schemas.openxmlformats.org/officeDocument/2006/relationships/image" Target="../media/image76.wmf"/><Relationship Id="rId10" Type="http://schemas.openxmlformats.org/officeDocument/2006/relationships/image" Target="../media/image67.wmf"/><Relationship Id="rId19" Type="http://schemas.openxmlformats.org/officeDocument/2006/relationships/oleObject" Target="../embeddings/oleObject66.bin"/><Relationship Id="rId4" Type="http://schemas.openxmlformats.org/officeDocument/2006/relationships/notesSlide" Target="../notesSlides/notesSlide9.xml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9.wmf"/><Relationship Id="rId22" Type="http://schemas.openxmlformats.org/officeDocument/2006/relationships/image" Target="../media/image73.wmf"/><Relationship Id="rId27" Type="http://schemas.openxmlformats.org/officeDocument/2006/relationships/oleObject" Target="../embeddings/oleObject7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81.wmf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83.wmf"/><Relationship Id="rId2" Type="http://schemas.openxmlformats.org/officeDocument/2006/relationships/tags" Target="../tags/tag19.xml"/><Relationship Id="rId16" Type="http://schemas.openxmlformats.org/officeDocument/2006/relationships/oleObject" Target="../embeddings/oleObject76.bin"/><Relationship Id="rId1" Type="http://schemas.openxmlformats.org/officeDocument/2006/relationships/tags" Target="../tags/tag18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80.wmf"/><Relationship Id="rId5" Type="http://schemas.openxmlformats.org/officeDocument/2006/relationships/image" Target="../media/image77.emf"/><Relationship Id="rId15" Type="http://schemas.openxmlformats.org/officeDocument/2006/relationships/image" Target="../media/image82.wmf"/><Relationship Id="rId10" Type="http://schemas.openxmlformats.org/officeDocument/2006/relationships/oleObject" Target="../embeddings/oleObject73.bin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7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8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9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83.bin"/><Relationship Id="rId1" Type="http://schemas.openxmlformats.org/officeDocument/2006/relationships/tags" Target="../tags/tag20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7.wmf"/><Relationship Id="rId5" Type="http://schemas.openxmlformats.org/officeDocument/2006/relationships/image" Target="../media/image84.wmf"/><Relationship Id="rId15" Type="http://schemas.openxmlformats.org/officeDocument/2006/relationships/image" Target="../media/image89.w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86.wmf"/><Relationship Id="rId14" Type="http://schemas.openxmlformats.org/officeDocument/2006/relationships/oleObject" Target="../embeddings/oleObject8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92.wmf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91.png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9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100.wmf"/><Relationship Id="rId3" Type="http://schemas.openxmlformats.org/officeDocument/2006/relationships/slideLayout" Target="../slideLayouts/slideLayout12.xml"/><Relationship Id="rId21" Type="http://schemas.openxmlformats.org/officeDocument/2006/relationships/oleObject" Target="../embeddings/oleObject94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7.wmf"/><Relationship Id="rId17" Type="http://schemas.openxmlformats.org/officeDocument/2006/relationships/oleObject" Target="../embeddings/oleObject92.bin"/><Relationship Id="rId2" Type="http://schemas.openxmlformats.org/officeDocument/2006/relationships/tags" Target="../tags/tag24.xml"/><Relationship Id="rId16" Type="http://schemas.openxmlformats.org/officeDocument/2006/relationships/image" Target="../media/image99.wmf"/><Relationship Id="rId20" Type="http://schemas.openxmlformats.org/officeDocument/2006/relationships/image" Target="../media/image101.wmf"/><Relationship Id="rId1" Type="http://schemas.openxmlformats.org/officeDocument/2006/relationships/tags" Target="../tags/tag23.x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10" Type="http://schemas.openxmlformats.org/officeDocument/2006/relationships/image" Target="../media/image96.wmf"/><Relationship Id="rId19" Type="http://schemas.openxmlformats.org/officeDocument/2006/relationships/oleObject" Target="../embeddings/oleObject93.bin"/><Relationship Id="rId4" Type="http://schemas.openxmlformats.org/officeDocument/2006/relationships/notesSlide" Target="../notesSlides/notesSlide13.xml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8.wmf"/><Relationship Id="rId22" Type="http://schemas.openxmlformats.org/officeDocument/2006/relationships/image" Target="../media/image10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04.wmf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oleObject" Target="../embeddings/oleObject95.bin"/><Relationship Id="rId5" Type="http://schemas.openxmlformats.org/officeDocument/2006/relationships/image" Target="../media/image103.png"/><Relationship Id="rId4" Type="http://schemas.openxmlformats.org/officeDocument/2006/relationships/notesSlide" Target="../notesSlides/notesSlide14.xml"/><Relationship Id="rId9" Type="http://schemas.openxmlformats.org/officeDocument/2006/relationships/image" Target="../media/image10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e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111.wmf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02.bin"/><Relationship Id="rId2" Type="http://schemas.openxmlformats.org/officeDocument/2006/relationships/tags" Target="../tags/tag28.xml"/><Relationship Id="rId16" Type="http://schemas.openxmlformats.org/officeDocument/2006/relationships/image" Target="../media/image110.wmf"/><Relationship Id="rId20" Type="http://schemas.openxmlformats.org/officeDocument/2006/relationships/image" Target="../media/image112.wmf"/><Relationship Id="rId1" Type="http://schemas.openxmlformats.org/officeDocument/2006/relationships/tags" Target="../tags/tag27.xml"/><Relationship Id="rId6" Type="http://schemas.openxmlformats.org/officeDocument/2006/relationships/image" Target="../media/image123.png"/><Relationship Id="rId11" Type="http://schemas.openxmlformats.org/officeDocument/2006/relationships/oleObject" Target="../embeddings/oleObject99.bin"/><Relationship Id="rId5" Type="http://schemas.openxmlformats.org/officeDocument/2006/relationships/tags" Target="../tags/tag28.xml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107.wmf"/><Relationship Id="rId19" Type="http://schemas.openxmlformats.org/officeDocument/2006/relationships/oleObject" Target="../embeddings/oleObject103.bin"/><Relationship Id="rId4" Type="http://schemas.openxmlformats.org/officeDocument/2006/relationships/notesSlide" Target="../notesSlides/notesSlide15.xml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0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emf"/><Relationship Id="rId13" Type="http://schemas.openxmlformats.org/officeDocument/2006/relationships/oleObject" Target="../embeddings/oleObject107.bin"/><Relationship Id="rId18" Type="http://schemas.openxmlformats.org/officeDocument/2006/relationships/image" Target="../media/image118.wmf"/><Relationship Id="rId26" Type="http://schemas.openxmlformats.org/officeDocument/2006/relationships/image" Target="../media/image122.wmf"/><Relationship Id="rId3" Type="http://schemas.openxmlformats.org/officeDocument/2006/relationships/slideLayout" Target="../slideLayouts/slideLayout12.xml"/><Relationship Id="rId21" Type="http://schemas.openxmlformats.org/officeDocument/2006/relationships/oleObject" Target="../embeddings/oleObject111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15.wmf"/><Relationship Id="rId17" Type="http://schemas.openxmlformats.org/officeDocument/2006/relationships/oleObject" Target="../embeddings/oleObject109.bin"/><Relationship Id="rId25" Type="http://schemas.openxmlformats.org/officeDocument/2006/relationships/oleObject" Target="../embeddings/oleObject113.bin"/><Relationship Id="rId2" Type="http://schemas.openxmlformats.org/officeDocument/2006/relationships/tags" Target="../tags/tag30.xml"/><Relationship Id="rId16" Type="http://schemas.openxmlformats.org/officeDocument/2006/relationships/image" Target="../media/image117.wmf"/><Relationship Id="rId20" Type="http://schemas.openxmlformats.org/officeDocument/2006/relationships/image" Target="../media/image119.wmf"/><Relationship Id="rId1" Type="http://schemas.openxmlformats.org/officeDocument/2006/relationships/tags" Target="../tags/tag29.xml"/><Relationship Id="rId6" Type="http://schemas.openxmlformats.org/officeDocument/2006/relationships/image" Target="../media/image122.png"/><Relationship Id="rId11" Type="http://schemas.openxmlformats.org/officeDocument/2006/relationships/oleObject" Target="../embeddings/oleObject106.bin"/><Relationship Id="rId24" Type="http://schemas.openxmlformats.org/officeDocument/2006/relationships/image" Target="../media/image121.wmf"/><Relationship Id="rId5" Type="http://schemas.openxmlformats.org/officeDocument/2006/relationships/tags" Target="../tags/tag30.xml"/><Relationship Id="rId15" Type="http://schemas.openxmlformats.org/officeDocument/2006/relationships/oleObject" Target="../embeddings/oleObject108.bin"/><Relationship Id="rId23" Type="http://schemas.openxmlformats.org/officeDocument/2006/relationships/oleObject" Target="../embeddings/oleObject112.bin"/><Relationship Id="rId10" Type="http://schemas.openxmlformats.org/officeDocument/2006/relationships/image" Target="../media/image114.wmf"/><Relationship Id="rId19" Type="http://schemas.openxmlformats.org/officeDocument/2006/relationships/oleObject" Target="../embeddings/oleObject110.bin"/><Relationship Id="rId4" Type="http://schemas.openxmlformats.org/officeDocument/2006/relationships/notesSlide" Target="../notesSlides/notesSlide16.xml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16.wmf"/><Relationship Id="rId22" Type="http://schemas.openxmlformats.org/officeDocument/2006/relationships/image" Target="../media/image12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e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29.wmf"/><Relationship Id="rId3" Type="http://schemas.openxmlformats.org/officeDocument/2006/relationships/slideLayout" Target="../slideLayouts/slideLayout12.xml"/><Relationship Id="rId21" Type="http://schemas.openxmlformats.org/officeDocument/2006/relationships/oleObject" Target="../embeddings/oleObject120.bin"/><Relationship Id="rId7" Type="http://schemas.openxmlformats.org/officeDocument/2006/relationships/image" Target="../media/image123.emf"/><Relationship Id="rId12" Type="http://schemas.openxmlformats.org/officeDocument/2006/relationships/image" Target="../media/image126.wmf"/><Relationship Id="rId17" Type="http://schemas.openxmlformats.org/officeDocument/2006/relationships/oleObject" Target="../embeddings/oleObject118.bin"/><Relationship Id="rId2" Type="http://schemas.openxmlformats.org/officeDocument/2006/relationships/tags" Target="../tags/tag32.xml"/><Relationship Id="rId16" Type="http://schemas.openxmlformats.org/officeDocument/2006/relationships/image" Target="../media/image128.wmf"/><Relationship Id="rId20" Type="http://schemas.openxmlformats.org/officeDocument/2006/relationships/image" Target="../media/image130.emf"/><Relationship Id="rId1" Type="http://schemas.openxmlformats.org/officeDocument/2006/relationships/tags" Target="../tags/tag31.xml"/><Relationship Id="rId6" Type="http://schemas.openxmlformats.org/officeDocument/2006/relationships/image" Target="../media/image5.png"/><Relationship Id="rId11" Type="http://schemas.openxmlformats.org/officeDocument/2006/relationships/oleObject" Target="../embeddings/oleObject115.bin"/><Relationship Id="rId5" Type="http://schemas.openxmlformats.org/officeDocument/2006/relationships/tags" Target="../tags/tag210.xml"/><Relationship Id="rId15" Type="http://schemas.openxmlformats.org/officeDocument/2006/relationships/oleObject" Target="../embeddings/oleObject117.bin"/><Relationship Id="rId23" Type="http://schemas.openxmlformats.org/officeDocument/2006/relationships/image" Target="../media/image132.emf"/><Relationship Id="rId10" Type="http://schemas.openxmlformats.org/officeDocument/2006/relationships/image" Target="../media/image125.emf"/><Relationship Id="rId19" Type="http://schemas.openxmlformats.org/officeDocument/2006/relationships/oleObject" Target="../embeddings/oleObject119.bin"/><Relationship Id="rId4" Type="http://schemas.openxmlformats.org/officeDocument/2006/relationships/notesSlide" Target="../notesSlides/notesSlide17.xml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27.wmf"/><Relationship Id="rId22" Type="http://schemas.openxmlformats.org/officeDocument/2006/relationships/image" Target="../media/image131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e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29.wmf"/><Relationship Id="rId3" Type="http://schemas.openxmlformats.org/officeDocument/2006/relationships/slideLayout" Target="../slideLayouts/slideLayout12.xml"/><Relationship Id="rId21" Type="http://schemas.openxmlformats.org/officeDocument/2006/relationships/oleObject" Target="../embeddings/oleObject120.bin"/><Relationship Id="rId7" Type="http://schemas.openxmlformats.org/officeDocument/2006/relationships/image" Target="../media/image123.emf"/><Relationship Id="rId12" Type="http://schemas.openxmlformats.org/officeDocument/2006/relationships/image" Target="../media/image126.wmf"/><Relationship Id="rId17" Type="http://schemas.openxmlformats.org/officeDocument/2006/relationships/oleObject" Target="../embeddings/oleObject118.bin"/><Relationship Id="rId2" Type="http://schemas.openxmlformats.org/officeDocument/2006/relationships/tags" Target="../tags/tag34.xml"/><Relationship Id="rId16" Type="http://schemas.openxmlformats.org/officeDocument/2006/relationships/image" Target="../media/image128.wmf"/><Relationship Id="rId20" Type="http://schemas.openxmlformats.org/officeDocument/2006/relationships/image" Target="../media/image130.emf"/><Relationship Id="rId1" Type="http://schemas.openxmlformats.org/officeDocument/2006/relationships/tags" Target="../tags/tag33.xml"/><Relationship Id="rId6" Type="http://schemas.openxmlformats.org/officeDocument/2006/relationships/image" Target="../media/image57.png"/><Relationship Id="rId11" Type="http://schemas.openxmlformats.org/officeDocument/2006/relationships/oleObject" Target="../embeddings/oleObject115.bin"/><Relationship Id="rId5" Type="http://schemas.openxmlformats.org/officeDocument/2006/relationships/tags" Target="../tags/tag211.xml"/><Relationship Id="rId15" Type="http://schemas.openxmlformats.org/officeDocument/2006/relationships/oleObject" Target="../embeddings/oleObject117.bin"/><Relationship Id="rId23" Type="http://schemas.openxmlformats.org/officeDocument/2006/relationships/image" Target="../media/image132.emf"/><Relationship Id="rId10" Type="http://schemas.openxmlformats.org/officeDocument/2006/relationships/image" Target="../media/image125.emf"/><Relationship Id="rId19" Type="http://schemas.openxmlformats.org/officeDocument/2006/relationships/oleObject" Target="../embeddings/oleObject119.bin"/><Relationship Id="rId4" Type="http://schemas.openxmlformats.org/officeDocument/2006/relationships/notesSlide" Target="../notesSlides/notesSlide18.xml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27.wmf"/><Relationship Id="rId22" Type="http://schemas.openxmlformats.org/officeDocument/2006/relationships/image" Target="../media/image131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36.wmf"/><Relationship Id="rId3" Type="http://schemas.openxmlformats.org/officeDocument/2006/relationships/tags" Target="../tags/tag37.xml"/><Relationship Id="rId7" Type="http://schemas.openxmlformats.org/officeDocument/2006/relationships/image" Target="../media/image133.emf"/><Relationship Id="rId12" Type="http://schemas.openxmlformats.org/officeDocument/2006/relationships/oleObject" Target="../embeddings/oleObject124.bin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35.wmf"/><Relationship Id="rId5" Type="http://schemas.openxmlformats.org/officeDocument/2006/relationships/notesSlide" Target="../notesSlides/notesSlide19.xml"/><Relationship Id="rId15" Type="http://schemas.openxmlformats.org/officeDocument/2006/relationships/image" Target="../media/image137.wmf"/><Relationship Id="rId10" Type="http://schemas.openxmlformats.org/officeDocument/2006/relationships/oleObject" Target="../embeddings/oleObject123.bin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34.wmf"/><Relationship Id="rId14" Type="http://schemas.openxmlformats.org/officeDocument/2006/relationships/oleObject" Target="../embeddings/oleObject12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13" Type="http://schemas.openxmlformats.org/officeDocument/2006/relationships/image" Target="../media/image141.wmf"/><Relationship Id="rId18" Type="http://schemas.openxmlformats.org/officeDocument/2006/relationships/oleObject" Target="../embeddings/oleObject132.bin"/><Relationship Id="rId3" Type="http://schemas.openxmlformats.org/officeDocument/2006/relationships/tags" Target="../tags/tag40.xml"/><Relationship Id="rId7" Type="http://schemas.openxmlformats.org/officeDocument/2006/relationships/image" Target="../media/image138.emf"/><Relationship Id="rId12" Type="http://schemas.openxmlformats.org/officeDocument/2006/relationships/oleObject" Target="../embeddings/oleObject129.bin"/><Relationship Id="rId17" Type="http://schemas.openxmlformats.org/officeDocument/2006/relationships/image" Target="../media/image143.wmf"/><Relationship Id="rId2" Type="http://schemas.openxmlformats.org/officeDocument/2006/relationships/tags" Target="../tags/tag39.xml"/><Relationship Id="rId16" Type="http://schemas.openxmlformats.org/officeDocument/2006/relationships/oleObject" Target="../embeddings/oleObject131.bin"/><Relationship Id="rId1" Type="http://schemas.openxmlformats.org/officeDocument/2006/relationships/tags" Target="../tags/tag38.xml"/><Relationship Id="rId6" Type="http://schemas.openxmlformats.org/officeDocument/2006/relationships/oleObject" Target="../embeddings/oleObject126.bin"/><Relationship Id="rId11" Type="http://schemas.openxmlformats.org/officeDocument/2006/relationships/image" Target="../media/image140.wmf"/><Relationship Id="rId5" Type="http://schemas.openxmlformats.org/officeDocument/2006/relationships/notesSlide" Target="../notesSlides/notesSlide20.xml"/><Relationship Id="rId15" Type="http://schemas.openxmlformats.org/officeDocument/2006/relationships/image" Target="../media/image142.wmf"/><Relationship Id="rId10" Type="http://schemas.openxmlformats.org/officeDocument/2006/relationships/oleObject" Target="../embeddings/oleObject128.bin"/><Relationship Id="rId19" Type="http://schemas.openxmlformats.org/officeDocument/2006/relationships/image" Target="../media/image144.emf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39.emf"/><Relationship Id="rId14" Type="http://schemas.openxmlformats.org/officeDocument/2006/relationships/oleObject" Target="../embeddings/oleObject13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image" Target="../media/image148.wmf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134.bin"/><Relationship Id="rId12" Type="http://schemas.openxmlformats.org/officeDocument/2006/relationships/oleObject" Target="../embeddings/oleObject137.bin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36.bin"/><Relationship Id="rId5" Type="http://schemas.openxmlformats.org/officeDocument/2006/relationships/oleObject" Target="../embeddings/oleObject133.bin"/><Relationship Id="rId15" Type="http://schemas.openxmlformats.org/officeDocument/2006/relationships/image" Target="../media/image149.wmf"/><Relationship Id="rId10" Type="http://schemas.openxmlformats.org/officeDocument/2006/relationships/image" Target="../media/image147.emf"/><Relationship Id="rId4" Type="http://schemas.openxmlformats.org/officeDocument/2006/relationships/notesSlide" Target="../notesSlides/notesSlide21.xml"/><Relationship Id="rId9" Type="http://schemas.openxmlformats.org/officeDocument/2006/relationships/oleObject" Target="../embeddings/oleObject135.bin"/><Relationship Id="rId14" Type="http://schemas.openxmlformats.org/officeDocument/2006/relationships/oleObject" Target="../embeddings/oleObject138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13" Type="http://schemas.openxmlformats.org/officeDocument/2006/relationships/oleObject" Target="../embeddings/oleObject143.bin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53.wmf"/><Relationship Id="rId2" Type="http://schemas.openxmlformats.org/officeDocument/2006/relationships/tags" Target="../tags/tag44.xml"/><Relationship Id="rId16" Type="http://schemas.openxmlformats.org/officeDocument/2006/relationships/image" Target="../media/image155.wmf"/><Relationship Id="rId1" Type="http://schemas.openxmlformats.org/officeDocument/2006/relationships/tags" Target="../tags/tag43.xml"/><Relationship Id="rId6" Type="http://schemas.openxmlformats.org/officeDocument/2006/relationships/image" Target="../media/image150.emf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10" Type="http://schemas.openxmlformats.org/officeDocument/2006/relationships/image" Target="../media/image152.wmf"/><Relationship Id="rId4" Type="http://schemas.openxmlformats.org/officeDocument/2006/relationships/notesSlide" Target="../notesSlides/notesSlide22.xml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5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60.wmf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157.wmf"/><Relationship Id="rId11" Type="http://schemas.openxmlformats.org/officeDocument/2006/relationships/oleObject" Target="../embeddings/oleObject149.bin"/><Relationship Id="rId5" Type="http://schemas.openxmlformats.org/officeDocument/2006/relationships/oleObject" Target="../embeddings/oleObject146.bin"/><Relationship Id="rId10" Type="http://schemas.openxmlformats.org/officeDocument/2006/relationships/image" Target="../media/image159.wmf"/><Relationship Id="rId4" Type="http://schemas.openxmlformats.org/officeDocument/2006/relationships/notesSlide" Target="../notesSlides/notesSlide23.xml"/><Relationship Id="rId9" Type="http://schemas.openxmlformats.org/officeDocument/2006/relationships/oleObject" Target="../embeddings/oleObject14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62.wmf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7.xml"/><Relationship Id="rId6" Type="http://schemas.openxmlformats.org/officeDocument/2006/relationships/oleObject" Target="../embeddings/oleObject151.bin"/><Relationship Id="rId11" Type="http://schemas.openxmlformats.org/officeDocument/2006/relationships/image" Target="../media/image164.wmf"/><Relationship Id="rId5" Type="http://schemas.openxmlformats.org/officeDocument/2006/relationships/image" Target="../media/image161.wmf"/><Relationship Id="rId10" Type="http://schemas.openxmlformats.org/officeDocument/2006/relationships/oleObject" Target="../embeddings/oleObject153.bin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16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6.bin"/><Relationship Id="rId13" Type="http://schemas.openxmlformats.org/officeDocument/2006/relationships/image" Target="../media/image169.wmf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66.wmf"/><Relationship Id="rId12" Type="http://schemas.openxmlformats.org/officeDocument/2006/relationships/oleObject" Target="../embeddings/oleObject158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Relationship Id="rId6" Type="http://schemas.openxmlformats.org/officeDocument/2006/relationships/oleObject" Target="../embeddings/oleObject155.bin"/><Relationship Id="rId11" Type="http://schemas.openxmlformats.org/officeDocument/2006/relationships/image" Target="../media/image168.emf"/><Relationship Id="rId5" Type="http://schemas.openxmlformats.org/officeDocument/2006/relationships/image" Target="../media/image165.wmf"/><Relationship Id="rId15" Type="http://schemas.openxmlformats.org/officeDocument/2006/relationships/image" Target="../media/image170.wmf"/><Relationship Id="rId10" Type="http://schemas.openxmlformats.org/officeDocument/2006/relationships/oleObject" Target="../embeddings/oleObject157.bin"/><Relationship Id="rId4" Type="http://schemas.openxmlformats.org/officeDocument/2006/relationships/oleObject" Target="../embeddings/oleObject154.bin"/><Relationship Id="rId9" Type="http://schemas.openxmlformats.org/officeDocument/2006/relationships/image" Target="../media/image167.wmf"/><Relationship Id="rId14" Type="http://schemas.openxmlformats.org/officeDocument/2006/relationships/oleObject" Target="../embeddings/oleObject15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tags" Target="../tags/tag51.xml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174.wmf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171.emf"/><Relationship Id="rId11" Type="http://schemas.openxmlformats.org/officeDocument/2006/relationships/oleObject" Target="../embeddings/oleObject162.bin"/><Relationship Id="rId5" Type="http://schemas.openxmlformats.org/officeDocument/2006/relationships/notesSlide" Target="../notesSlides/notesSlide26.xml"/><Relationship Id="rId10" Type="http://schemas.openxmlformats.org/officeDocument/2006/relationships/image" Target="../media/image173.wmf"/><Relationship Id="rId4" Type="http://schemas.openxmlformats.org/officeDocument/2006/relationships/slideLayout" Target="../slideLayouts/slideLayout12.xml"/><Relationship Id="rId9" Type="http://schemas.openxmlformats.org/officeDocument/2006/relationships/oleObject" Target="../embeddings/oleObject16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3" Type="http://schemas.openxmlformats.org/officeDocument/2006/relationships/tags" Target="../tags/tag54.xml"/><Relationship Id="rId7" Type="http://schemas.openxmlformats.org/officeDocument/2006/relationships/image" Target="../media/image133.emf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76.wmf"/><Relationship Id="rId5" Type="http://schemas.openxmlformats.org/officeDocument/2006/relationships/notesSlide" Target="../notesSlides/notesSlide27.xml"/><Relationship Id="rId10" Type="http://schemas.openxmlformats.org/officeDocument/2006/relationships/oleObject" Target="../embeddings/oleObject164.bin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75.w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wmf"/><Relationship Id="rId18" Type="http://schemas.openxmlformats.org/officeDocument/2006/relationships/oleObject" Target="../embeddings/oleObject171.bin"/><Relationship Id="rId26" Type="http://schemas.openxmlformats.org/officeDocument/2006/relationships/oleObject" Target="../embeddings/oleObject175.bin"/><Relationship Id="rId3" Type="http://schemas.openxmlformats.org/officeDocument/2006/relationships/tags" Target="../tags/tag57.xml"/><Relationship Id="rId21" Type="http://schemas.openxmlformats.org/officeDocument/2006/relationships/image" Target="../media/image184.wmf"/><Relationship Id="rId7" Type="http://schemas.openxmlformats.org/officeDocument/2006/relationships/image" Target="../media/image177.e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82.wmf"/><Relationship Id="rId25" Type="http://schemas.openxmlformats.org/officeDocument/2006/relationships/image" Target="../media/image186.wmf"/><Relationship Id="rId33" Type="http://schemas.openxmlformats.org/officeDocument/2006/relationships/image" Target="../media/image190.wmf"/><Relationship Id="rId2" Type="http://schemas.openxmlformats.org/officeDocument/2006/relationships/tags" Target="../tags/tag56.xml"/><Relationship Id="rId16" Type="http://schemas.openxmlformats.org/officeDocument/2006/relationships/oleObject" Target="../embeddings/oleObject170.bin"/><Relationship Id="rId20" Type="http://schemas.openxmlformats.org/officeDocument/2006/relationships/oleObject" Target="../embeddings/oleObject172.bin"/><Relationship Id="rId29" Type="http://schemas.openxmlformats.org/officeDocument/2006/relationships/image" Target="../media/image188.wmf"/><Relationship Id="rId1" Type="http://schemas.openxmlformats.org/officeDocument/2006/relationships/tags" Target="../tags/tag55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79.wmf"/><Relationship Id="rId24" Type="http://schemas.openxmlformats.org/officeDocument/2006/relationships/oleObject" Target="../embeddings/oleObject174.bin"/><Relationship Id="rId32" Type="http://schemas.openxmlformats.org/officeDocument/2006/relationships/oleObject" Target="../embeddings/oleObject178.bin"/><Relationship Id="rId5" Type="http://schemas.openxmlformats.org/officeDocument/2006/relationships/notesSlide" Target="../notesSlides/notesSlide28.xml"/><Relationship Id="rId15" Type="http://schemas.openxmlformats.org/officeDocument/2006/relationships/image" Target="../media/image181.wmf"/><Relationship Id="rId23" Type="http://schemas.openxmlformats.org/officeDocument/2006/relationships/image" Target="../media/image185.wmf"/><Relationship Id="rId28" Type="http://schemas.openxmlformats.org/officeDocument/2006/relationships/oleObject" Target="../embeddings/oleObject176.bin"/><Relationship Id="rId10" Type="http://schemas.openxmlformats.org/officeDocument/2006/relationships/oleObject" Target="../embeddings/oleObject167.bin"/><Relationship Id="rId19" Type="http://schemas.openxmlformats.org/officeDocument/2006/relationships/image" Target="../media/image183.wmf"/><Relationship Id="rId31" Type="http://schemas.openxmlformats.org/officeDocument/2006/relationships/image" Target="../media/image189.wmf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78.wmf"/><Relationship Id="rId14" Type="http://schemas.openxmlformats.org/officeDocument/2006/relationships/oleObject" Target="../embeddings/oleObject169.bin"/><Relationship Id="rId22" Type="http://schemas.openxmlformats.org/officeDocument/2006/relationships/oleObject" Target="../embeddings/oleObject173.bin"/><Relationship Id="rId27" Type="http://schemas.openxmlformats.org/officeDocument/2006/relationships/image" Target="../media/image187.wmf"/><Relationship Id="rId30" Type="http://schemas.openxmlformats.org/officeDocument/2006/relationships/oleObject" Target="../embeddings/oleObject177.bin"/><Relationship Id="rId8" Type="http://schemas.openxmlformats.org/officeDocument/2006/relationships/oleObject" Target="../embeddings/oleObject166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0.bin"/><Relationship Id="rId13" Type="http://schemas.openxmlformats.org/officeDocument/2006/relationships/image" Target="../media/image194.wmf"/><Relationship Id="rId3" Type="http://schemas.openxmlformats.org/officeDocument/2006/relationships/tags" Target="../tags/tag60.xml"/><Relationship Id="rId7" Type="http://schemas.openxmlformats.org/officeDocument/2006/relationships/image" Target="../media/image191.emf"/><Relationship Id="rId12" Type="http://schemas.openxmlformats.org/officeDocument/2006/relationships/oleObject" Target="../embeddings/oleObject182.bin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oleObject" Target="../embeddings/oleObject179.bin"/><Relationship Id="rId11" Type="http://schemas.openxmlformats.org/officeDocument/2006/relationships/image" Target="../media/image193.wmf"/><Relationship Id="rId5" Type="http://schemas.openxmlformats.org/officeDocument/2006/relationships/notesSlide" Target="../notesSlides/notesSlide29.xml"/><Relationship Id="rId10" Type="http://schemas.openxmlformats.org/officeDocument/2006/relationships/oleObject" Target="../embeddings/oleObject181.bin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9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3.bin"/><Relationship Id="rId13" Type="http://schemas.openxmlformats.org/officeDocument/2006/relationships/image" Target="../media/image197.wmf"/><Relationship Id="rId3" Type="http://schemas.openxmlformats.org/officeDocument/2006/relationships/tags" Target="../tags/tag63.xml"/><Relationship Id="rId7" Type="http://schemas.openxmlformats.org/officeDocument/2006/relationships/image" Target="../media/image191.emf"/><Relationship Id="rId12" Type="http://schemas.openxmlformats.org/officeDocument/2006/relationships/oleObject" Target="../embeddings/oleObject185.bin"/><Relationship Id="rId17" Type="http://schemas.openxmlformats.org/officeDocument/2006/relationships/image" Target="../media/image199.wmf"/><Relationship Id="rId2" Type="http://schemas.openxmlformats.org/officeDocument/2006/relationships/tags" Target="../tags/tag62.xml"/><Relationship Id="rId16" Type="http://schemas.openxmlformats.org/officeDocument/2006/relationships/oleObject" Target="../embeddings/oleObject187.bin"/><Relationship Id="rId1" Type="http://schemas.openxmlformats.org/officeDocument/2006/relationships/tags" Target="../tags/tag61.xml"/><Relationship Id="rId6" Type="http://schemas.openxmlformats.org/officeDocument/2006/relationships/oleObject" Target="../embeddings/oleObject179.bin"/><Relationship Id="rId11" Type="http://schemas.openxmlformats.org/officeDocument/2006/relationships/image" Target="../media/image196.wmf"/><Relationship Id="rId5" Type="http://schemas.openxmlformats.org/officeDocument/2006/relationships/notesSlide" Target="../notesSlides/notesSlide30.xml"/><Relationship Id="rId15" Type="http://schemas.openxmlformats.org/officeDocument/2006/relationships/image" Target="../media/image198.wmf"/><Relationship Id="rId10" Type="http://schemas.openxmlformats.org/officeDocument/2006/relationships/oleObject" Target="../embeddings/oleObject184.bin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95.wmf"/><Relationship Id="rId14" Type="http://schemas.openxmlformats.org/officeDocument/2006/relationships/oleObject" Target="../embeddings/oleObject186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wmf"/><Relationship Id="rId13" Type="http://schemas.openxmlformats.org/officeDocument/2006/relationships/oleObject" Target="../embeddings/oleObject192.bin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189.bin"/><Relationship Id="rId12" Type="http://schemas.openxmlformats.org/officeDocument/2006/relationships/image" Target="../media/image203.wmf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200.emf"/><Relationship Id="rId11" Type="http://schemas.openxmlformats.org/officeDocument/2006/relationships/oleObject" Target="../embeddings/oleObject191.bin"/><Relationship Id="rId5" Type="http://schemas.openxmlformats.org/officeDocument/2006/relationships/oleObject" Target="../embeddings/oleObject188.bin"/><Relationship Id="rId10" Type="http://schemas.openxmlformats.org/officeDocument/2006/relationships/image" Target="../media/image202.wmf"/><Relationship Id="rId4" Type="http://schemas.openxmlformats.org/officeDocument/2006/relationships/notesSlide" Target="../notesSlides/notesSlide31.xml"/><Relationship Id="rId9" Type="http://schemas.openxmlformats.org/officeDocument/2006/relationships/oleObject" Target="../embeddings/oleObject190.bin"/><Relationship Id="rId14" Type="http://schemas.openxmlformats.org/officeDocument/2006/relationships/image" Target="../media/image20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13" Type="http://schemas.openxmlformats.org/officeDocument/2006/relationships/oleObject" Target="../embeddings/oleObject197.bin"/><Relationship Id="rId18" Type="http://schemas.openxmlformats.org/officeDocument/2006/relationships/image" Target="../media/image211.wmf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208.wmf"/><Relationship Id="rId17" Type="http://schemas.openxmlformats.org/officeDocument/2006/relationships/oleObject" Target="../embeddings/oleObject199.bin"/><Relationship Id="rId2" Type="http://schemas.openxmlformats.org/officeDocument/2006/relationships/tags" Target="../tags/tag67.xml"/><Relationship Id="rId16" Type="http://schemas.openxmlformats.org/officeDocument/2006/relationships/image" Target="../media/image210.wmf"/><Relationship Id="rId1" Type="http://schemas.openxmlformats.org/officeDocument/2006/relationships/tags" Target="../tags/tag66.xml"/><Relationship Id="rId6" Type="http://schemas.openxmlformats.org/officeDocument/2006/relationships/image" Target="../media/image205.wmf"/><Relationship Id="rId11" Type="http://schemas.openxmlformats.org/officeDocument/2006/relationships/oleObject" Target="../embeddings/oleObject196.bin"/><Relationship Id="rId5" Type="http://schemas.openxmlformats.org/officeDocument/2006/relationships/oleObject" Target="../embeddings/oleObject193.bin"/><Relationship Id="rId15" Type="http://schemas.openxmlformats.org/officeDocument/2006/relationships/oleObject" Target="../embeddings/oleObject198.bin"/><Relationship Id="rId10" Type="http://schemas.openxmlformats.org/officeDocument/2006/relationships/image" Target="../media/image207.wmf"/><Relationship Id="rId4" Type="http://schemas.openxmlformats.org/officeDocument/2006/relationships/notesSlide" Target="../notesSlides/notesSlide32.xml"/><Relationship Id="rId9" Type="http://schemas.openxmlformats.org/officeDocument/2006/relationships/oleObject" Target="../embeddings/oleObject195.bin"/><Relationship Id="rId14" Type="http://schemas.openxmlformats.org/officeDocument/2006/relationships/image" Target="../media/image209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13" Type="http://schemas.openxmlformats.org/officeDocument/2006/relationships/image" Target="../media/image216.wmf"/><Relationship Id="rId18" Type="http://schemas.openxmlformats.org/officeDocument/2006/relationships/oleObject" Target="../embeddings/oleObject207.bin"/><Relationship Id="rId3" Type="http://schemas.openxmlformats.org/officeDocument/2006/relationships/notesSlide" Target="../notesSlides/notesSlide33.xml"/><Relationship Id="rId21" Type="http://schemas.openxmlformats.org/officeDocument/2006/relationships/image" Target="../media/image220.wmf"/><Relationship Id="rId7" Type="http://schemas.openxmlformats.org/officeDocument/2006/relationships/image" Target="../media/image213.wmf"/><Relationship Id="rId12" Type="http://schemas.openxmlformats.org/officeDocument/2006/relationships/oleObject" Target="../embeddings/oleObject204.bin"/><Relationship Id="rId17" Type="http://schemas.openxmlformats.org/officeDocument/2006/relationships/image" Target="../media/image218.wmf"/><Relationship Id="rId25" Type="http://schemas.openxmlformats.org/officeDocument/2006/relationships/image" Target="../media/image222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06.bin"/><Relationship Id="rId20" Type="http://schemas.openxmlformats.org/officeDocument/2006/relationships/oleObject" Target="../embeddings/oleObject208.bin"/><Relationship Id="rId1" Type="http://schemas.openxmlformats.org/officeDocument/2006/relationships/tags" Target="../tags/tag68.x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215.wmf"/><Relationship Id="rId24" Type="http://schemas.openxmlformats.org/officeDocument/2006/relationships/oleObject" Target="../embeddings/oleObject210.bin"/><Relationship Id="rId5" Type="http://schemas.openxmlformats.org/officeDocument/2006/relationships/image" Target="../media/image212.emf"/><Relationship Id="rId15" Type="http://schemas.openxmlformats.org/officeDocument/2006/relationships/image" Target="../media/image217.wmf"/><Relationship Id="rId23" Type="http://schemas.openxmlformats.org/officeDocument/2006/relationships/image" Target="../media/image221.wmf"/><Relationship Id="rId10" Type="http://schemas.openxmlformats.org/officeDocument/2006/relationships/oleObject" Target="../embeddings/oleObject203.bin"/><Relationship Id="rId19" Type="http://schemas.openxmlformats.org/officeDocument/2006/relationships/image" Target="../media/image219.wmf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214.wmf"/><Relationship Id="rId14" Type="http://schemas.openxmlformats.org/officeDocument/2006/relationships/oleObject" Target="../embeddings/oleObject205.bin"/><Relationship Id="rId22" Type="http://schemas.openxmlformats.org/officeDocument/2006/relationships/oleObject" Target="../embeddings/oleObject20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3.bin"/><Relationship Id="rId13" Type="http://schemas.openxmlformats.org/officeDocument/2006/relationships/image" Target="../media/image227.wmf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224.wmf"/><Relationship Id="rId12" Type="http://schemas.openxmlformats.org/officeDocument/2006/relationships/oleObject" Target="../embeddings/oleObject215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9.xml"/><Relationship Id="rId6" Type="http://schemas.openxmlformats.org/officeDocument/2006/relationships/oleObject" Target="../embeddings/oleObject212.bin"/><Relationship Id="rId11" Type="http://schemas.openxmlformats.org/officeDocument/2006/relationships/image" Target="../media/image226.wmf"/><Relationship Id="rId5" Type="http://schemas.openxmlformats.org/officeDocument/2006/relationships/image" Target="../media/image223.emf"/><Relationship Id="rId15" Type="http://schemas.openxmlformats.org/officeDocument/2006/relationships/image" Target="../media/image228.wmf"/><Relationship Id="rId10" Type="http://schemas.openxmlformats.org/officeDocument/2006/relationships/oleObject" Target="../embeddings/oleObject214.bin"/><Relationship Id="rId4" Type="http://schemas.openxmlformats.org/officeDocument/2006/relationships/oleObject" Target="../embeddings/oleObject211.bin"/><Relationship Id="rId9" Type="http://schemas.openxmlformats.org/officeDocument/2006/relationships/image" Target="../media/image225.wmf"/><Relationship Id="rId14" Type="http://schemas.openxmlformats.org/officeDocument/2006/relationships/oleObject" Target="../embeddings/oleObject21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>
            <a:extLst>
              <a:ext uri="{FF2B5EF4-FFF2-40B4-BE49-F238E27FC236}">
                <a16:creationId xmlns:a16="http://schemas.microsoft.com/office/drawing/2014/main" id="{4366F80C-485D-451C-89D7-57BEC78C994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75065" y="785665"/>
            <a:ext cx="9753600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1.4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画出下列信号的波形图。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C4E17E-87CF-41E3-AA2F-35EE96D2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0120" y="634873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75AE431-9D1F-ADA9-D374-D062C5D40B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474312"/>
              </p:ext>
            </p:extLst>
          </p:nvPr>
        </p:nvGraphicFramePr>
        <p:xfrm>
          <a:off x="3624262" y="1744089"/>
          <a:ext cx="3200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00400" imgH="444240" progId="Equation.DSMT4">
                  <p:embed/>
                </p:oleObj>
              </mc:Choice>
              <mc:Fallback>
                <p:oleObj name="Equation" r:id="rId5" imgW="32004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24262" y="1744089"/>
                        <a:ext cx="32004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8178652-AA92-29BD-AE5F-6CFFE79EECB0}"/>
              </a:ext>
            </a:extLst>
          </p:cNvPr>
          <p:cNvSpPr txBox="1"/>
          <p:nvPr/>
        </p:nvSpPr>
        <p:spPr>
          <a:xfrm>
            <a:off x="1512689" y="2471680"/>
            <a:ext cx="12051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解：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74F8337-9F91-E525-5270-C4297F796D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480043"/>
              </p:ext>
            </p:extLst>
          </p:nvPr>
        </p:nvGraphicFramePr>
        <p:xfrm>
          <a:off x="3624262" y="2500899"/>
          <a:ext cx="3200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00400" imgH="901440" progId="Equation.DSMT4">
                  <p:embed/>
                </p:oleObj>
              </mc:Choice>
              <mc:Fallback>
                <p:oleObj name="Equation" r:id="rId7" imgW="320040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24262" y="2500899"/>
                        <a:ext cx="32004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7282343-7FE2-C9C1-18DF-DBC767B17929}"/>
              </a:ext>
            </a:extLst>
          </p:cNvPr>
          <p:cNvCxnSpPr/>
          <p:nvPr/>
        </p:nvCxnSpPr>
        <p:spPr>
          <a:xfrm>
            <a:off x="3503771" y="5663269"/>
            <a:ext cx="297894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BDF4D2C-69C4-C2EB-A9BE-39B42BD866DF}"/>
              </a:ext>
            </a:extLst>
          </p:cNvPr>
          <p:cNvCxnSpPr>
            <a:cxnSpLocks/>
          </p:cNvCxnSpPr>
          <p:nvPr/>
        </p:nvCxnSpPr>
        <p:spPr>
          <a:xfrm flipV="1">
            <a:off x="3964781" y="3917019"/>
            <a:ext cx="0" cy="214503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CE0DAEC3-E7AB-C26A-C845-A4A6B4842267}"/>
              </a:ext>
            </a:extLst>
          </p:cNvPr>
          <p:cNvSpPr txBox="1"/>
          <p:nvPr/>
        </p:nvSpPr>
        <p:spPr>
          <a:xfrm>
            <a:off x="3964781" y="5593518"/>
            <a:ext cx="5762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CD3FAF-B9F3-046D-56A5-C496C338AC79}"/>
              </a:ext>
            </a:extLst>
          </p:cNvPr>
          <p:cNvSpPr txBox="1"/>
          <p:nvPr/>
        </p:nvSpPr>
        <p:spPr>
          <a:xfrm>
            <a:off x="3558381" y="4524436"/>
            <a:ext cx="5762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698D926-928B-9EB2-1FAE-8590F25F821C}"/>
              </a:ext>
            </a:extLst>
          </p:cNvPr>
          <p:cNvCxnSpPr/>
          <p:nvPr/>
        </p:nvCxnSpPr>
        <p:spPr>
          <a:xfrm>
            <a:off x="3964781" y="4710769"/>
            <a:ext cx="181784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3152C08-3B4F-B17D-4146-6005118A77EE}"/>
              </a:ext>
            </a:extLst>
          </p:cNvPr>
          <p:cNvSpPr txBox="1"/>
          <p:nvPr/>
        </p:nvSpPr>
        <p:spPr>
          <a:xfrm>
            <a:off x="4014154" y="3738772"/>
            <a:ext cx="823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6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7DC157-D08A-3C9B-AC6E-694D96D263D3}"/>
              </a:ext>
            </a:extLst>
          </p:cNvPr>
          <p:cNvSpPr txBox="1"/>
          <p:nvPr/>
        </p:nvSpPr>
        <p:spPr>
          <a:xfrm>
            <a:off x="6248400" y="5620356"/>
            <a:ext cx="5762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t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5970846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>
            <a:extLst>
              <a:ext uri="{FF2B5EF4-FFF2-40B4-BE49-F238E27FC236}">
                <a16:creationId xmlns:a16="http://schemas.microsoft.com/office/drawing/2014/main" id="{A2855746-94F1-4AC9-8497-EFD151E1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258357-0F90-4034-8ADF-C893564FBD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5221" y="719933"/>
            <a:ext cx="6340929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1.5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写出题图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1.3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所示信号的解析表达式。</a:t>
            </a: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EE549519-E4ED-A038-86E3-49D894EE4C48}"/>
              </a:ext>
            </a:extLst>
          </p:cNvPr>
          <p:cNvCxnSpPr/>
          <p:nvPr/>
        </p:nvCxnSpPr>
        <p:spPr>
          <a:xfrm>
            <a:off x="1791930" y="3559322"/>
            <a:ext cx="297894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5550351-38B4-A356-0AFA-CFE10D473E9F}"/>
              </a:ext>
            </a:extLst>
          </p:cNvPr>
          <p:cNvCxnSpPr>
            <a:cxnSpLocks/>
          </p:cNvCxnSpPr>
          <p:nvPr/>
        </p:nvCxnSpPr>
        <p:spPr>
          <a:xfrm flipV="1">
            <a:off x="2782711" y="2239680"/>
            <a:ext cx="0" cy="171842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548F4AF-1CD6-3831-A0C5-67AF6C5000CA}"/>
              </a:ext>
            </a:extLst>
          </p:cNvPr>
          <p:cNvSpPr txBox="1"/>
          <p:nvPr/>
        </p:nvSpPr>
        <p:spPr>
          <a:xfrm>
            <a:off x="2782711" y="3489571"/>
            <a:ext cx="5762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30E735-711D-FEBC-B3DE-8E30D0B7719F}"/>
              </a:ext>
            </a:extLst>
          </p:cNvPr>
          <p:cNvSpPr txBox="1"/>
          <p:nvPr/>
        </p:nvSpPr>
        <p:spPr>
          <a:xfrm>
            <a:off x="2124984" y="3516408"/>
            <a:ext cx="5762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-1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B034F48-D149-5351-9C5A-C2096329F0F0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286328" y="2645749"/>
            <a:ext cx="14664" cy="91357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E664526A-3814-536B-3A12-3FF6B2632DF3}"/>
              </a:ext>
            </a:extLst>
          </p:cNvPr>
          <p:cNvSpPr txBox="1"/>
          <p:nvPr/>
        </p:nvSpPr>
        <p:spPr>
          <a:xfrm>
            <a:off x="2816202" y="1948425"/>
            <a:ext cx="823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30A15A-C1F2-4523-CE2B-203420BD3C71}"/>
              </a:ext>
            </a:extLst>
          </p:cNvPr>
          <p:cNvSpPr txBox="1"/>
          <p:nvPr/>
        </p:nvSpPr>
        <p:spPr>
          <a:xfrm>
            <a:off x="4637547" y="3494956"/>
            <a:ext cx="5762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t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90C351A-A11C-F780-315C-CCD6EB0E8240}"/>
              </a:ext>
            </a:extLst>
          </p:cNvPr>
          <p:cNvCxnSpPr/>
          <p:nvPr/>
        </p:nvCxnSpPr>
        <p:spPr>
          <a:xfrm>
            <a:off x="6488091" y="3178605"/>
            <a:ext cx="2978944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55AED28-B57F-41EE-27F6-21F36DB67E68}"/>
              </a:ext>
            </a:extLst>
          </p:cNvPr>
          <p:cNvCxnSpPr>
            <a:cxnSpLocks/>
          </p:cNvCxnSpPr>
          <p:nvPr/>
        </p:nvCxnSpPr>
        <p:spPr>
          <a:xfrm flipV="1">
            <a:off x="6949101" y="1809726"/>
            <a:ext cx="0" cy="25708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8809D41-3786-583A-C937-FB47FB81AA85}"/>
              </a:ext>
            </a:extLst>
          </p:cNvPr>
          <p:cNvSpPr txBox="1"/>
          <p:nvPr/>
        </p:nvSpPr>
        <p:spPr>
          <a:xfrm>
            <a:off x="6918436" y="3108854"/>
            <a:ext cx="576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050C09-4855-BCD5-BF34-1A11CAADDA49}"/>
              </a:ext>
            </a:extLst>
          </p:cNvPr>
          <p:cNvSpPr txBox="1"/>
          <p:nvPr/>
        </p:nvSpPr>
        <p:spPr>
          <a:xfrm>
            <a:off x="7183258" y="3118847"/>
            <a:ext cx="576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A084502-B13E-37DE-10A7-888765D9B2CD}"/>
              </a:ext>
            </a:extLst>
          </p:cNvPr>
          <p:cNvSpPr txBox="1"/>
          <p:nvPr/>
        </p:nvSpPr>
        <p:spPr>
          <a:xfrm>
            <a:off x="6918436" y="1411558"/>
            <a:ext cx="823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5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2A0E66B-9B98-FFF3-F3C3-216FA57A80E7}"/>
              </a:ext>
            </a:extLst>
          </p:cNvPr>
          <p:cNvSpPr txBox="1"/>
          <p:nvPr/>
        </p:nvSpPr>
        <p:spPr>
          <a:xfrm>
            <a:off x="9232720" y="3135692"/>
            <a:ext cx="576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t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弧形 16">
            <a:extLst>
              <a:ext uri="{FF2B5EF4-FFF2-40B4-BE49-F238E27FC236}">
                <a16:creationId xmlns:a16="http://schemas.microsoft.com/office/drawing/2014/main" id="{80073500-B2D8-351C-8530-779CA0C62E84}"/>
              </a:ext>
            </a:extLst>
          </p:cNvPr>
          <p:cNvSpPr/>
          <p:nvPr/>
        </p:nvSpPr>
        <p:spPr>
          <a:xfrm rot="10800000">
            <a:off x="2286328" y="2112893"/>
            <a:ext cx="3008142" cy="1065712"/>
          </a:xfrm>
          <a:prstGeom prst="arc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6D3F8D1-08F2-4CCA-BEEF-DD562023C005}"/>
              </a:ext>
            </a:extLst>
          </p:cNvPr>
          <p:cNvCxnSpPr>
            <a:cxnSpLocks/>
          </p:cNvCxnSpPr>
          <p:nvPr/>
        </p:nvCxnSpPr>
        <p:spPr>
          <a:xfrm>
            <a:off x="3243722" y="3473167"/>
            <a:ext cx="0" cy="8615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C0DBAF8-27E3-79FB-9684-E71433E0D528}"/>
              </a:ext>
            </a:extLst>
          </p:cNvPr>
          <p:cNvCxnSpPr>
            <a:cxnSpLocks/>
          </p:cNvCxnSpPr>
          <p:nvPr/>
        </p:nvCxnSpPr>
        <p:spPr>
          <a:xfrm>
            <a:off x="3776293" y="3171394"/>
            <a:ext cx="0" cy="38792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AD3FD4B-9C4A-5571-8E9A-8828B1CD7CD6}"/>
              </a:ext>
            </a:extLst>
          </p:cNvPr>
          <p:cNvCxnSpPr>
            <a:cxnSpLocks/>
          </p:cNvCxnSpPr>
          <p:nvPr/>
        </p:nvCxnSpPr>
        <p:spPr>
          <a:xfrm>
            <a:off x="3777123" y="3473167"/>
            <a:ext cx="0" cy="8615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ECE312B0-3B5F-E1A5-B587-CC04BE9E3F1F}"/>
              </a:ext>
            </a:extLst>
          </p:cNvPr>
          <p:cNvSpPr txBox="1"/>
          <p:nvPr/>
        </p:nvSpPr>
        <p:spPr>
          <a:xfrm>
            <a:off x="3154670" y="3482705"/>
            <a:ext cx="5762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B2FE453-FD32-9C2C-8CAF-9686620025BC}"/>
              </a:ext>
            </a:extLst>
          </p:cNvPr>
          <p:cNvSpPr txBox="1"/>
          <p:nvPr/>
        </p:nvSpPr>
        <p:spPr>
          <a:xfrm>
            <a:off x="3659320" y="3475059"/>
            <a:ext cx="5762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A87A665-51C3-91FB-B9B2-759C564E8329}"/>
              </a:ext>
            </a:extLst>
          </p:cNvPr>
          <p:cNvSpPr txBox="1"/>
          <p:nvPr/>
        </p:nvSpPr>
        <p:spPr>
          <a:xfrm>
            <a:off x="2705140" y="2676467"/>
            <a:ext cx="5762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2EFC73F-DD28-AD23-7758-E0632502486E}"/>
              </a:ext>
            </a:extLst>
          </p:cNvPr>
          <p:cNvSpPr txBox="1"/>
          <p:nvPr/>
        </p:nvSpPr>
        <p:spPr>
          <a:xfrm>
            <a:off x="3188297" y="2664879"/>
            <a:ext cx="823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-t</a:t>
            </a:r>
            <a:endParaRPr lang="zh-CN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弧形 47">
            <a:extLst>
              <a:ext uri="{FF2B5EF4-FFF2-40B4-BE49-F238E27FC236}">
                <a16:creationId xmlns:a16="http://schemas.microsoft.com/office/drawing/2014/main" id="{5EB32145-AADE-E02B-41B1-F34408021A8B}"/>
              </a:ext>
            </a:extLst>
          </p:cNvPr>
          <p:cNvSpPr/>
          <p:nvPr/>
        </p:nvSpPr>
        <p:spPr>
          <a:xfrm rot="10800000">
            <a:off x="6949101" y="1491705"/>
            <a:ext cx="3907581" cy="1352613"/>
          </a:xfrm>
          <a:prstGeom prst="arc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弧形 50">
            <a:extLst>
              <a:ext uri="{FF2B5EF4-FFF2-40B4-BE49-F238E27FC236}">
                <a16:creationId xmlns:a16="http://schemas.microsoft.com/office/drawing/2014/main" id="{D250206C-5C16-A9FC-2B68-FD17C06A0F2B}"/>
              </a:ext>
            </a:extLst>
          </p:cNvPr>
          <p:cNvSpPr/>
          <p:nvPr/>
        </p:nvSpPr>
        <p:spPr>
          <a:xfrm rot="10800000" flipV="1">
            <a:off x="6945978" y="3391590"/>
            <a:ext cx="3907581" cy="1380830"/>
          </a:xfrm>
          <a:prstGeom prst="arc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1624F33F-824D-3301-FEA6-376B8DEDBEAA}"/>
              </a:ext>
            </a:extLst>
          </p:cNvPr>
          <p:cNvSpPr/>
          <p:nvPr/>
        </p:nvSpPr>
        <p:spPr>
          <a:xfrm>
            <a:off x="7316788" y="2630487"/>
            <a:ext cx="1463675" cy="895351"/>
          </a:xfrm>
          <a:custGeom>
            <a:avLst/>
            <a:gdLst>
              <a:gd name="connsiteX0" fmla="*/ 0 w 1463675"/>
              <a:gd name="connsiteY0" fmla="*/ 536576 h 895351"/>
              <a:gd name="connsiteX1" fmla="*/ 123825 w 1463675"/>
              <a:gd name="connsiteY1" fmla="*/ 1 h 895351"/>
              <a:gd name="connsiteX2" fmla="*/ 239712 w 1463675"/>
              <a:gd name="connsiteY2" fmla="*/ 541338 h 895351"/>
              <a:gd name="connsiteX3" fmla="*/ 349250 w 1463675"/>
              <a:gd name="connsiteY3" fmla="*/ 895351 h 895351"/>
              <a:gd name="connsiteX4" fmla="*/ 482600 w 1463675"/>
              <a:gd name="connsiteY4" fmla="*/ 541338 h 895351"/>
              <a:gd name="connsiteX5" fmla="*/ 604837 w 1463675"/>
              <a:gd name="connsiteY5" fmla="*/ 139701 h 895351"/>
              <a:gd name="connsiteX6" fmla="*/ 722312 w 1463675"/>
              <a:gd name="connsiteY6" fmla="*/ 542926 h 895351"/>
              <a:gd name="connsiteX7" fmla="*/ 828675 w 1463675"/>
              <a:gd name="connsiteY7" fmla="*/ 800101 h 895351"/>
              <a:gd name="connsiteX8" fmla="*/ 973137 w 1463675"/>
              <a:gd name="connsiteY8" fmla="*/ 549276 h 895351"/>
              <a:gd name="connsiteX9" fmla="*/ 1076325 w 1463675"/>
              <a:gd name="connsiteY9" fmla="*/ 204788 h 895351"/>
              <a:gd name="connsiteX10" fmla="*/ 1184275 w 1463675"/>
              <a:gd name="connsiteY10" fmla="*/ 549276 h 895351"/>
              <a:gd name="connsiteX11" fmla="*/ 1322387 w 1463675"/>
              <a:gd name="connsiteY11" fmla="*/ 754063 h 895351"/>
              <a:gd name="connsiteX12" fmla="*/ 1463675 w 1463675"/>
              <a:gd name="connsiteY12" fmla="*/ 560388 h 895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3675" h="895351">
                <a:moveTo>
                  <a:pt x="0" y="536576"/>
                </a:moveTo>
                <a:cubicBezTo>
                  <a:pt x="41936" y="267891"/>
                  <a:pt x="83873" y="-793"/>
                  <a:pt x="123825" y="1"/>
                </a:cubicBezTo>
                <a:cubicBezTo>
                  <a:pt x="163777" y="795"/>
                  <a:pt x="202141" y="392113"/>
                  <a:pt x="239712" y="541338"/>
                </a:cubicBezTo>
                <a:cubicBezTo>
                  <a:pt x="277283" y="690563"/>
                  <a:pt x="308769" y="895351"/>
                  <a:pt x="349250" y="895351"/>
                </a:cubicBezTo>
                <a:cubicBezTo>
                  <a:pt x="389731" y="895351"/>
                  <a:pt x="440002" y="667280"/>
                  <a:pt x="482600" y="541338"/>
                </a:cubicBezTo>
                <a:cubicBezTo>
                  <a:pt x="525198" y="415396"/>
                  <a:pt x="564885" y="139436"/>
                  <a:pt x="604837" y="139701"/>
                </a:cubicBezTo>
                <a:cubicBezTo>
                  <a:pt x="644789" y="139966"/>
                  <a:pt x="685006" y="432859"/>
                  <a:pt x="722312" y="542926"/>
                </a:cubicBezTo>
                <a:cubicBezTo>
                  <a:pt x="759618" y="652993"/>
                  <a:pt x="786871" y="799043"/>
                  <a:pt x="828675" y="800101"/>
                </a:cubicBezTo>
                <a:cubicBezTo>
                  <a:pt x="870479" y="801159"/>
                  <a:pt x="931862" y="648495"/>
                  <a:pt x="973137" y="549276"/>
                </a:cubicBezTo>
                <a:cubicBezTo>
                  <a:pt x="1014412" y="450057"/>
                  <a:pt x="1041135" y="204788"/>
                  <a:pt x="1076325" y="204788"/>
                </a:cubicBezTo>
                <a:cubicBezTo>
                  <a:pt x="1111515" y="204788"/>
                  <a:pt x="1143265" y="457730"/>
                  <a:pt x="1184275" y="549276"/>
                </a:cubicBezTo>
                <a:cubicBezTo>
                  <a:pt x="1225285" y="640822"/>
                  <a:pt x="1275820" y="752211"/>
                  <a:pt x="1322387" y="754063"/>
                </a:cubicBezTo>
                <a:cubicBezTo>
                  <a:pt x="1368954" y="755915"/>
                  <a:pt x="1416314" y="658151"/>
                  <a:pt x="1463675" y="560388"/>
                </a:cubicBez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0D21CA5-96DC-A8DD-63F1-EA29BB97D82B}"/>
              </a:ext>
            </a:extLst>
          </p:cNvPr>
          <p:cNvSpPr txBox="1"/>
          <p:nvPr/>
        </p:nvSpPr>
        <p:spPr>
          <a:xfrm>
            <a:off x="7687533" y="3118847"/>
            <a:ext cx="576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0CAB504-AF08-1048-3FBD-43786256D36D}"/>
              </a:ext>
            </a:extLst>
          </p:cNvPr>
          <p:cNvSpPr txBox="1"/>
          <p:nvPr/>
        </p:nvSpPr>
        <p:spPr>
          <a:xfrm>
            <a:off x="8150152" y="3108854"/>
            <a:ext cx="576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6T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38D24F9-718B-9CA7-1C1A-8213ED6D3E5A}"/>
              </a:ext>
            </a:extLst>
          </p:cNvPr>
          <p:cNvSpPr txBox="1"/>
          <p:nvPr/>
        </p:nvSpPr>
        <p:spPr>
          <a:xfrm>
            <a:off x="8428555" y="2360534"/>
            <a:ext cx="823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-t</a:t>
            </a:r>
            <a:endParaRPr lang="zh-CN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8668361-D8CF-2FF3-8B39-2DB49AA81C4E}"/>
              </a:ext>
            </a:extLst>
          </p:cNvPr>
          <p:cNvSpPr txBox="1"/>
          <p:nvPr/>
        </p:nvSpPr>
        <p:spPr>
          <a:xfrm>
            <a:off x="8808005" y="3156506"/>
            <a:ext cx="576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8T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073A35FC-843E-E704-AFAA-86C1B1822E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725148"/>
              </p:ext>
            </p:extLst>
          </p:nvPr>
        </p:nvGraphicFramePr>
        <p:xfrm>
          <a:off x="1380576" y="4742345"/>
          <a:ext cx="3771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71720" imgH="444240" progId="Equation.DSMT4">
                  <p:embed/>
                </p:oleObj>
              </mc:Choice>
              <mc:Fallback>
                <p:oleObj name="Equation" r:id="rId5" imgW="37717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80576" y="4742345"/>
                        <a:ext cx="37719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92915D9B-253A-00CF-A342-597EAD02A0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132068"/>
              </p:ext>
            </p:extLst>
          </p:nvPr>
        </p:nvGraphicFramePr>
        <p:xfrm>
          <a:off x="5627614" y="4561824"/>
          <a:ext cx="6197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197400" imgH="825480" progId="Equation.DSMT4">
                  <p:embed/>
                </p:oleObj>
              </mc:Choice>
              <mc:Fallback>
                <p:oleObj name="Equation" r:id="rId7" imgW="619740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27614" y="4561824"/>
                        <a:ext cx="61976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39695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656"/>
    </mc:Choice>
    <mc:Fallback xmlns="">
      <p:transition advTm="3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>
            <a:extLst>
              <a:ext uri="{FF2B5EF4-FFF2-40B4-BE49-F238E27FC236}">
                <a16:creationId xmlns:a16="http://schemas.microsoft.com/office/drawing/2014/main" id="{A2855746-94F1-4AC9-8497-EFD151E1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258357-0F90-4034-8ADF-C893564FBD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15471" y="792958"/>
            <a:ext cx="9753600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1.6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信号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t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的波形如图所示，试画出 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               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的波形图。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C0DC3F5-0A96-8552-A84A-1FEAB0432A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438100"/>
              </p:ext>
            </p:extLst>
          </p:nvPr>
        </p:nvGraphicFramePr>
        <p:xfrm>
          <a:off x="5876925" y="878470"/>
          <a:ext cx="1524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3880" imgH="787320" progId="Equation.DSMT4">
                  <p:embed/>
                </p:oleObj>
              </mc:Choice>
              <mc:Fallback>
                <p:oleObj name="Equation" r:id="rId5" imgW="15238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76925" y="878470"/>
                        <a:ext cx="1524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EF41CE98-3201-915C-ECFA-521CBF3882FB}"/>
              </a:ext>
            </a:extLst>
          </p:cNvPr>
          <p:cNvGrpSpPr/>
          <p:nvPr/>
        </p:nvGrpSpPr>
        <p:grpSpPr>
          <a:xfrm>
            <a:off x="9243249" y="671751"/>
            <a:ext cx="2906928" cy="1860242"/>
            <a:chOff x="9243249" y="671751"/>
            <a:chExt cx="2906928" cy="1860242"/>
          </a:xfrm>
        </p:grpSpPr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12A1463A-8613-53B2-D393-B561BFC08E21}"/>
                </a:ext>
              </a:extLst>
            </p:cNvPr>
            <p:cNvCxnSpPr>
              <a:cxnSpLocks/>
            </p:cNvCxnSpPr>
            <p:nvPr/>
          </p:nvCxnSpPr>
          <p:spPr>
            <a:xfrm>
              <a:off x="9389805" y="2132099"/>
              <a:ext cx="2316423" cy="780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3AC12FA0-E632-21E8-0CD7-CEDC5F11A8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3936" y="812457"/>
              <a:ext cx="0" cy="17184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E53994D-5C6F-A8C6-6C65-D562C4163959}"/>
                </a:ext>
              </a:extLst>
            </p:cNvPr>
            <p:cNvSpPr txBox="1"/>
            <p:nvPr/>
          </p:nvSpPr>
          <p:spPr>
            <a:xfrm>
              <a:off x="10513936" y="2062348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40D67A6-4357-D6FA-9691-4B9B7FAC96B1}"/>
                </a:ext>
              </a:extLst>
            </p:cNvPr>
            <p:cNvSpPr txBox="1"/>
            <p:nvPr/>
          </p:nvSpPr>
          <p:spPr>
            <a:xfrm>
              <a:off x="9853912" y="2047836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-1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0730A95E-F24E-5A32-C2DF-7B54EF18CD90}"/>
                </a:ext>
              </a:extLst>
            </p:cNvPr>
            <p:cNvCxnSpPr>
              <a:cxnSpLocks/>
            </p:cNvCxnSpPr>
            <p:nvPr/>
          </p:nvCxnSpPr>
          <p:spPr>
            <a:xfrm>
              <a:off x="9599640" y="1187779"/>
              <a:ext cx="1404" cy="9348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84F3C5F-52A3-E45B-4EFB-2F8BEF4647B8}"/>
                </a:ext>
              </a:extLst>
            </p:cNvPr>
            <p:cNvSpPr txBox="1"/>
            <p:nvPr/>
          </p:nvSpPr>
          <p:spPr>
            <a:xfrm>
              <a:off x="10563309" y="671751"/>
              <a:ext cx="8232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x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(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)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138E435-5876-00B1-2AAA-6878CAC779E3}"/>
                </a:ext>
              </a:extLst>
            </p:cNvPr>
            <p:cNvSpPr txBox="1"/>
            <p:nvPr/>
          </p:nvSpPr>
          <p:spPr>
            <a:xfrm>
              <a:off x="11573915" y="2067497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5971B18-8414-2B4A-5D23-36F85BD04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974947" y="2045944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AF4E365-4BC0-2FC9-D584-02660CA110F9}"/>
                </a:ext>
              </a:extLst>
            </p:cNvPr>
            <p:cNvCxnSpPr>
              <a:cxnSpLocks/>
            </p:cNvCxnSpPr>
            <p:nvPr/>
          </p:nvCxnSpPr>
          <p:spPr>
            <a:xfrm>
              <a:off x="9593821" y="1192739"/>
              <a:ext cx="1381126" cy="9299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7E9C914-C3F5-A47D-87DB-CCA43DB186CF}"/>
                </a:ext>
              </a:extLst>
            </p:cNvPr>
            <p:cNvSpPr txBox="1"/>
            <p:nvPr/>
          </p:nvSpPr>
          <p:spPr>
            <a:xfrm>
              <a:off x="10872770" y="2049165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0168398-E6E0-B2E7-4F39-861FF92629FC}"/>
                </a:ext>
              </a:extLst>
            </p:cNvPr>
            <p:cNvSpPr txBox="1"/>
            <p:nvPr/>
          </p:nvSpPr>
          <p:spPr>
            <a:xfrm>
              <a:off x="10201077" y="1289717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CB26D8B1-8E15-9F18-7EA4-E409755D31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06715" y="1665870"/>
              <a:ext cx="565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92FAA516-0158-B412-C6F9-4E541C4B09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06715" y="1218526"/>
              <a:ext cx="565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66269336-EDE9-8CB0-6079-9C7807086691}"/>
                </a:ext>
              </a:extLst>
            </p:cNvPr>
            <p:cNvCxnSpPr>
              <a:cxnSpLocks/>
            </p:cNvCxnSpPr>
            <p:nvPr/>
          </p:nvCxnSpPr>
          <p:spPr>
            <a:xfrm>
              <a:off x="10027454" y="2045944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8C73EAC9-21A9-B4C6-286D-39AFD1F6577E}"/>
                </a:ext>
              </a:extLst>
            </p:cNvPr>
            <p:cNvSpPr txBox="1"/>
            <p:nvPr/>
          </p:nvSpPr>
          <p:spPr>
            <a:xfrm>
              <a:off x="9243249" y="2070328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-2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E8F440C4-1C9D-4987-166C-B4DEC72DB072}"/>
                </a:ext>
              </a:extLst>
            </p:cNvPr>
            <p:cNvSpPr txBox="1"/>
            <p:nvPr/>
          </p:nvSpPr>
          <p:spPr>
            <a:xfrm>
              <a:off x="10201077" y="956947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2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239DBB05-6194-086C-C3AE-108C2F9A6BBE}"/>
              </a:ext>
            </a:extLst>
          </p:cNvPr>
          <p:cNvGrpSpPr/>
          <p:nvPr/>
        </p:nvGrpSpPr>
        <p:grpSpPr>
          <a:xfrm>
            <a:off x="4865379" y="2651767"/>
            <a:ext cx="1511300" cy="865188"/>
            <a:chOff x="8040737" y="3937749"/>
            <a:chExt cx="1511300" cy="865188"/>
          </a:xfrm>
        </p:grpSpPr>
        <p:sp>
          <p:nvSpPr>
            <p:cNvPr id="82" name="Text Box 3">
              <a:extLst>
                <a:ext uri="{FF2B5EF4-FFF2-40B4-BE49-F238E27FC236}">
                  <a16:creationId xmlns:a16="http://schemas.microsoft.com/office/drawing/2014/main" id="{59CA3264-9480-A6F6-DE48-F61736043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0737" y="3937749"/>
              <a:ext cx="1511300" cy="472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2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左移</a:t>
              </a:r>
              <a:r>
                <a:rPr lang="en-US" altLang="zh-CN" sz="22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1</a:t>
              </a:r>
              <a:endParaRPr lang="zh-CN" altLang="en-US" sz="2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83" name="燕尾形箭头 26">
              <a:extLst>
                <a:ext uri="{FF2B5EF4-FFF2-40B4-BE49-F238E27FC236}">
                  <a16:creationId xmlns:a16="http://schemas.microsoft.com/office/drawing/2014/main" id="{BB1F864D-2E19-1901-6979-71E5F455F0F4}"/>
                </a:ext>
              </a:extLst>
            </p:cNvPr>
            <p:cNvSpPr/>
            <p:nvPr/>
          </p:nvSpPr>
          <p:spPr>
            <a:xfrm rot="10800000" flipH="1" flipV="1">
              <a:off x="8185199" y="4479087"/>
              <a:ext cx="720725" cy="323850"/>
            </a:xfrm>
            <a:prstGeom prst="notchedRigh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554EA81C-FEA2-F99C-669E-0B1906E8451F}"/>
              </a:ext>
            </a:extLst>
          </p:cNvPr>
          <p:cNvGrpSpPr/>
          <p:nvPr/>
        </p:nvGrpSpPr>
        <p:grpSpPr>
          <a:xfrm>
            <a:off x="1946072" y="2221277"/>
            <a:ext cx="2654236" cy="1859128"/>
            <a:chOff x="1705676" y="2106460"/>
            <a:chExt cx="2654236" cy="1859128"/>
          </a:xfrm>
        </p:grpSpPr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58227A30-A8BD-2C04-B328-A86E8CD400B3}"/>
                </a:ext>
              </a:extLst>
            </p:cNvPr>
            <p:cNvCxnSpPr>
              <a:cxnSpLocks/>
            </p:cNvCxnSpPr>
            <p:nvPr/>
          </p:nvCxnSpPr>
          <p:spPr>
            <a:xfrm>
              <a:off x="1737498" y="3566808"/>
              <a:ext cx="2139029" cy="780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C5872864-A5EC-E3B0-09F8-57EBA40DF0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1629" y="2247166"/>
              <a:ext cx="0" cy="17184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D3ED331-5D55-AD54-4121-F7ACF8713107}"/>
                </a:ext>
              </a:extLst>
            </p:cNvPr>
            <p:cNvSpPr txBox="1"/>
            <p:nvPr/>
          </p:nvSpPr>
          <p:spPr>
            <a:xfrm>
              <a:off x="2861629" y="3497057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C17148A6-661C-5EB8-B7CC-A6C7DEEA3E9B}"/>
                </a:ext>
              </a:extLst>
            </p:cNvPr>
            <p:cNvSpPr txBox="1"/>
            <p:nvPr/>
          </p:nvSpPr>
          <p:spPr>
            <a:xfrm>
              <a:off x="2201605" y="3482545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-1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5FC943B-4EC6-F929-419C-23C7255CC55D}"/>
                </a:ext>
              </a:extLst>
            </p:cNvPr>
            <p:cNvCxnSpPr>
              <a:cxnSpLocks/>
            </p:cNvCxnSpPr>
            <p:nvPr/>
          </p:nvCxnSpPr>
          <p:spPr>
            <a:xfrm>
              <a:off x="1947333" y="2622488"/>
              <a:ext cx="1404" cy="9348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E040492D-E279-5CDF-622E-AB420BB28071}"/>
                </a:ext>
              </a:extLst>
            </p:cNvPr>
            <p:cNvSpPr txBox="1"/>
            <p:nvPr/>
          </p:nvSpPr>
          <p:spPr>
            <a:xfrm>
              <a:off x="2911002" y="2106460"/>
              <a:ext cx="8232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x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(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)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B674584-C0B2-4A2F-BCCC-5950B63D89F7}"/>
                </a:ext>
              </a:extLst>
            </p:cNvPr>
            <p:cNvCxnSpPr>
              <a:cxnSpLocks/>
            </p:cNvCxnSpPr>
            <p:nvPr/>
          </p:nvCxnSpPr>
          <p:spPr>
            <a:xfrm>
              <a:off x="3322640" y="3480653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B4CD387A-96AF-560D-E631-7F4AC4E5E8F1}"/>
                </a:ext>
              </a:extLst>
            </p:cNvPr>
            <p:cNvCxnSpPr>
              <a:cxnSpLocks/>
            </p:cNvCxnSpPr>
            <p:nvPr/>
          </p:nvCxnSpPr>
          <p:spPr>
            <a:xfrm>
              <a:off x="1941514" y="2627448"/>
              <a:ext cx="1381126" cy="9299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E098D7C5-4236-F5A0-1157-31F4636FFE06}"/>
                </a:ext>
              </a:extLst>
            </p:cNvPr>
            <p:cNvSpPr txBox="1"/>
            <p:nvPr/>
          </p:nvSpPr>
          <p:spPr>
            <a:xfrm>
              <a:off x="3220463" y="3483874"/>
              <a:ext cx="3827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94C85B84-25B4-0A75-EF3F-71206DF4074B}"/>
                </a:ext>
              </a:extLst>
            </p:cNvPr>
            <p:cNvSpPr txBox="1"/>
            <p:nvPr/>
          </p:nvSpPr>
          <p:spPr>
            <a:xfrm>
              <a:off x="2548770" y="2724426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5F1FBCDA-761F-7CA4-B327-0A4A337E5B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4408" y="3100579"/>
              <a:ext cx="565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3670F520-975D-3002-19D5-53A828B317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4408" y="2653235"/>
              <a:ext cx="565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D8566725-F076-E80C-D4BA-5F90D817C333}"/>
                </a:ext>
              </a:extLst>
            </p:cNvPr>
            <p:cNvCxnSpPr>
              <a:cxnSpLocks/>
            </p:cNvCxnSpPr>
            <p:nvPr/>
          </p:nvCxnSpPr>
          <p:spPr>
            <a:xfrm>
              <a:off x="2375147" y="3480653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6E494B4D-53EB-875C-17FA-45C82672DCC7}"/>
                </a:ext>
              </a:extLst>
            </p:cNvPr>
            <p:cNvCxnSpPr>
              <a:cxnSpLocks/>
            </p:cNvCxnSpPr>
            <p:nvPr/>
          </p:nvCxnSpPr>
          <p:spPr>
            <a:xfrm>
              <a:off x="1941515" y="3488461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D2BF3D24-0A4A-40CD-3F9B-3CD41827BAB4}"/>
                </a:ext>
              </a:extLst>
            </p:cNvPr>
            <p:cNvSpPr txBox="1"/>
            <p:nvPr/>
          </p:nvSpPr>
          <p:spPr>
            <a:xfrm>
              <a:off x="1705676" y="3476843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-2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13C31BA3-788B-44E0-9F64-A5962AD61CE8}"/>
                </a:ext>
              </a:extLst>
            </p:cNvPr>
            <p:cNvSpPr txBox="1"/>
            <p:nvPr/>
          </p:nvSpPr>
          <p:spPr>
            <a:xfrm>
              <a:off x="2548770" y="2391656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2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DCBB7C9F-04CF-A333-343D-C43EF92C9E74}"/>
                </a:ext>
              </a:extLst>
            </p:cNvPr>
            <p:cNvSpPr txBox="1"/>
            <p:nvPr/>
          </p:nvSpPr>
          <p:spPr>
            <a:xfrm>
              <a:off x="3783650" y="3496379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9211CC8A-078A-1224-46C2-EBEDE1FADBCF}"/>
              </a:ext>
            </a:extLst>
          </p:cNvPr>
          <p:cNvGrpSpPr/>
          <p:nvPr/>
        </p:nvGrpSpPr>
        <p:grpSpPr>
          <a:xfrm>
            <a:off x="321070" y="4906743"/>
            <a:ext cx="1511300" cy="843822"/>
            <a:chOff x="2993915" y="3959115"/>
            <a:chExt cx="1511300" cy="843822"/>
          </a:xfrm>
        </p:grpSpPr>
        <p:sp>
          <p:nvSpPr>
            <p:cNvPr id="106" name="Text Box 3">
              <a:extLst>
                <a:ext uri="{FF2B5EF4-FFF2-40B4-BE49-F238E27FC236}">
                  <a16:creationId xmlns:a16="http://schemas.microsoft.com/office/drawing/2014/main" id="{633B8099-B7EE-86AC-4C3E-F5764E6C7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3915" y="3959115"/>
              <a:ext cx="1511300" cy="4766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2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扩展</a:t>
              </a:r>
              <a:r>
                <a:rPr lang="en-US" altLang="zh-CN" sz="22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2</a:t>
              </a:r>
              <a:r>
                <a:rPr lang="zh-CN" altLang="en-US" sz="22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倍</a:t>
              </a:r>
            </a:p>
          </p:txBody>
        </p:sp>
        <p:sp>
          <p:nvSpPr>
            <p:cNvPr id="107" name="燕尾形箭头 24">
              <a:extLst>
                <a:ext uri="{FF2B5EF4-FFF2-40B4-BE49-F238E27FC236}">
                  <a16:creationId xmlns:a16="http://schemas.microsoft.com/office/drawing/2014/main" id="{34701270-2379-3D11-8C53-69A1FC2F2FCD}"/>
                </a:ext>
              </a:extLst>
            </p:cNvPr>
            <p:cNvSpPr/>
            <p:nvPr/>
          </p:nvSpPr>
          <p:spPr>
            <a:xfrm rot="10800000" flipH="1" flipV="1">
              <a:off x="3106787" y="4479087"/>
              <a:ext cx="720725" cy="323850"/>
            </a:xfrm>
            <a:prstGeom prst="notchedRigh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F888B147-B38E-C442-CE58-2F2AE95FD967}"/>
              </a:ext>
            </a:extLst>
          </p:cNvPr>
          <p:cNvGrpSpPr/>
          <p:nvPr/>
        </p:nvGrpSpPr>
        <p:grpSpPr>
          <a:xfrm>
            <a:off x="6421090" y="2166539"/>
            <a:ext cx="3366706" cy="1949737"/>
            <a:chOff x="6397923" y="2114060"/>
            <a:chExt cx="3366706" cy="1949737"/>
          </a:xfrm>
        </p:grpSpPr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8EECCEEB-7F1C-A8E8-C3C0-C0A73F7E3405}"/>
                </a:ext>
              </a:extLst>
            </p:cNvPr>
            <p:cNvCxnSpPr>
              <a:cxnSpLocks/>
            </p:cNvCxnSpPr>
            <p:nvPr/>
          </p:nvCxnSpPr>
          <p:spPr>
            <a:xfrm>
              <a:off x="6453710" y="3665017"/>
              <a:ext cx="29789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EA090CF0-7D4A-C282-FCA9-4B1095EC3F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8851" y="2345375"/>
              <a:ext cx="0" cy="17184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C1738147-D33E-F37C-1656-5E8BAF552519}"/>
                </a:ext>
              </a:extLst>
            </p:cNvPr>
            <p:cNvSpPr txBox="1"/>
            <p:nvPr/>
          </p:nvSpPr>
          <p:spPr>
            <a:xfrm>
              <a:off x="8023427" y="3568948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072C91F7-8F8E-C2F1-5E24-4F8C76A8B653}"/>
                </a:ext>
              </a:extLst>
            </p:cNvPr>
            <p:cNvSpPr txBox="1"/>
            <p:nvPr/>
          </p:nvSpPr>
          <p:spPr>
            <a:xfrm>
              <a:off x="7306160" y="3576493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-1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2E58FC6C-DE47-6E48-96B5-24BA6F7E402D}"/>
                </a:ext>
              </a:extLst>
            </p:cNvPr>
            <p:cNvCxnSpPr>
              <a:cxnSpLocks/>
            </p:cNvCxnSpPr>
            <p:nvPr/>
          </p:nvCxnSpPr>
          <p:spPr>
            <a:xfrm>
              <a:off x="6658084" y="2730140"/>
              <a:ext cx="1404" cy="9348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65919322-7266-5340-BDC8-4BC752A66D3A}"/>
                </a:ext>
              </a:extLst>
            </p:cNvPr>
            <p:cNvSpPr txBox="1"/>
            <p:nvPr/>
          </p:nvSpPr>
          <p:spPr>
            <a:xfrm>
              <a:off x="8091880" y="2114060"/>
              <a:ext cx="12980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x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(</a:t>
              </a:r>
              <a:r>
                <a:rPr lang="en-US" altLang="zh-CN" sz="24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t+</a:t>
              </a:r>
              <a:r>
                <a:rPr lang="en-US" altLang="zh-CN" sz="24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)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3B454B1E-4422-3C68-BCDE-AB6C6E06FD6F}"/>
                </a:ext>
              </a:extLst>
            </p:cNvPr>
            <p:cNvCxnSpPr>
              <a:cxnSpLocks/>
            </p:cNvCxnSpPr>
            <p:nvPr/>
          </p:nvCxnSpPr>
          <p:spPr>
            <a:xfrm>
              <a:off x="8038852" y="3578862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EB7CAA4E-3C86-DAC7-2F58-2985C63B37D6}"/>
                </a:ext>
              </a:extLst>
            </p:cNvPr>
            <p:cNvCxnSpPr>
              <a:cxnSpLocks/>
            </p:cNvCxnSpPr>
            <p:nvPr/>
          </p:nvCxnSpPr>
          <p:spPr>
            <a:xfrm>
              <a:off x="6644527" y="2712890"/>
              <a:ext cx="1381126" cy="92991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7EA3FDF6-9197-E00D-9E21-5D5B749F93E9}"/>
                </a:ext>
              </a:extLst>
            </p:cNvPr>
            <p:cNvCxnSpPr>
              <a:cxnSpLocks/>
            </p:cNvCxnSpPr>
            <p:nvPr/>
          </p:nvCxnSpPr>
          <p:spPr>
            <a:xfrm>
              <a:off x="8511928" y="3578862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7622B572-DDF4-D34F-567C-8810B50C7E5D}"/>
                </a:ext>
              </a:extLst>
            </p:cNvPr>
            <p:cNvSpPr txBox="1"/>
            <p:nvPr/>
          </p:nvSpPr>
          <p:spPr>
            <a:xfrm>
              <a:off x="8436332" y="3587950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0F0CF1A7-430D-773B-F8F2-7E71027A4EF9}"/>
                </a:ext>
              </a:extLst>
            </p:cNvPr>
            <p:cNvSpPr txBox="1"/>
            <p:nvPr/>
          </p:nvSpPr>
          <p:spPr>
            <a:xfrm>
              <a:off x="7735296" y="2929473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3B4D9F25-24D5-97A6-CFC4-DB4D661FBB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1630" y="3198788"/>
              <a:ext cx="565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0BAE87CF-918A-EF0A-257F-A310ED661D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1630" y="2751444"/>
              <a:ext cx="565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D07D8AE0-1EC8-08ED-83B4-6DDE06E572D9}"/>
                </a:ext>
              </a:extLst>
            </p:cNvPr>
            <p:cNvCxnSpPr>
              <a:cxnSpLocks/>
            </p:cNvCxnSpPr>
            <p:nvPr/>
          </p:nvCxnSpPr>
          <p:spPr>
            <a:xfrm>
              <a:off x="7091359" y="3578862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6E8F03F7-E3EF-65DB-F8AD-03DA3D527D76}"/>
                </a:ext>
              </a:extLst>
            </p:cNvPr>
            <p:cNvCxnSpPr>
              <a:cxnSpLocks/>
            </p:cNvCxnSpPr>
            <p:nvPr/>
          </p:nvCxnSpPr>
          <p:spPr>
            <a:xfrm>
              <a:off x="6657727" y="3586670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974C71D2-BDF6-8BC8-B15C-723E2E447261}"/>
                </a:ext>
              </a:extLst>
            </p:cNvPr>
            <p:cNvSpPr txBox="1"/>
            <p:nvPr/>
          </p:nvSpPr>
          <p:spPr>
            <a:xfrm>
              <a:off x="6835347" y="3581437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-2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2B0E59E9-A7CE-D045-8D61-C2F10FDE5720}"/>
                </a:ext>
              </a:extLst>
            </p:cNvPr>
            <p:cNvSpPr txBox="1"/>
            <p:nvPr/>
          </p:nvSpPr>
          <p:spPr>
            <a:xfrm>
              <a:off x="7725992" y="2489865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2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151A04DD-CD74-15F2-B4E6-9AD1439D4E5C}"/>
                </a:ext>
              </a:extLst>
            </p:cNvPr>
            <p:cNvSpPr txBox="1"/>
            <p:nvPr/>
          </p:nvSpPr>
          <p:spPr>
            <a:xfrm>
              <a:off x="9188367" y="3587949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C75226DF-81B8-AB14-C750-7AA2C3F3A9BF}"/>
                </a:ext>
              </a:extLst>
            </p:cNvPr>
            <p:cNvCxnSpPr>
              <a:cxnSpLocks/>
            </p:cNvCxnSpPr>
            <p:nvPr/>
          </p:nvCxnSpPr>
          <p:spPr>
            <a:xfrm>
              <a:off x="7575937" y="3590480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B0A01944-D5EA-F1C1-60A2-E583F2C6A711}"/>
                </a:ext>
              </a:extLst>
            </p:cNvPr>
            <p:cNvSpPr txBox="1"/>
            <p:nvPr/>
          </p:nvSpPr>
          <p:spPr>
            <a:xfrm>
              <a:off x="6397923" y="3600274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-3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5821EE17-CD38-641A-201B-E77C763E89A1}"/>
              </a:ext>
            </a:extLst>
          </p:cNvPr>
          <p:cNvGrpSpPr/>
          <p:nvPr/>
        </p:nvGrpSpPr>
        <p:grpSpPr>
          <a:xfrm>
            <a:off x="1372380" y="4443635"/>
            <a:ext cx="3637461" cy="2007127"/>
            <a:chOff x="1748822" y="4221323"/>
            <a:chExt cx="3637461" cy="2007127"/>
          </a:xfrm>
        </p:grpSpPr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9262DAE3-E30F-409B-86DC-F728E1D73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0644" y="5847128"/>
              <a:ext cx="3485167" cy="25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C80105F0-51DF-82D4-06AB-584546ACF4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7409" y="4472501"/>
              <a:ext cx="0" cy="17184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1FD7D83B-CE8D-A41A-FBF3-E8FC09255320}"/>
                </a:ext>
              </a:extLst>
            </p:cNvPr>
            <p:cNvSpPr txBox="1"/>
            <p:nvPr/>
          </p:nvSpPr>
          <p:spPr>
            <a:xfrm>
              <a:off x="2655791" y="5766785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-4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9D888D2C-1869-ADC1-3E98-BACB32B5D4A2}"/>
                </a:ext>
              </a:extLst>
            </p:cNvPr>
            <p:cNvSpPr txBox="1"/>
            <p:nvPr/>
          </p:nvSpPr>
          <p:spPr>
            <a:xfrm>
              <a:off x="2183012" y="5753868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-5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34757F17-EBD4-6D52-0F89-E5F19005109E}"/>
                </a:ext>
              </a:extLst>
            </p:cNvPr>
            <p:cNvCxnSpPr>
              <a:cxnSpLocks/>
            </p:cNvCxnSpPr>
            <p:nvPr/>
          </p:nvCxnSpPr>
          <p:spPr>
            <a:xfrm>
              <a:off x="1990479" y="4916814"/>
              <a:ext cx="1404" cy="9348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BC928CCD-7321-D4F7-30DD-B6DFFD63E6FF}"/>
                </a:ext>
              </a:extLst>
            </p:cNvPr>
            <p:cNvSpPr txBox="1"/>
            <p:nvPr/>
          </p:nvSpPr>
          <p:spPr>
            <a:xfrm>
              <a:off x="3350829" y="4221323"/>
              <a:ext cx="12980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x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(1/</a:t>
              </a:r>
              <a:r>
                <a:rPr lang="en-US" altLang="zh-CN" sz="24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2</a:t>
              </a:r>
              <a:r>
                <a:rPr lang="en-US" altLang="zh-CN" sz="24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t+</a:t>
              </a:r>
              <a:r>
                <a:rPr lang="en-US" altLang="zh-CN" sz="24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)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65D938F2-B2EF-1B02-AF40-751A666A2D68}"/>
                </a:ext>
              </a:extLst>
            </p:cNvPr>
            <p:cNvCxnSpPr>
              <a:cxnSpLocks/>
            </p:cNvCxnSpPr>
            <p:nvPr/>
          </p:nvCxnSpPr>
          <p:spPr>
            <a:xfrm>
              <a:off x="3365786" y="5763564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DB3AF3A1-EA35-B630-7A07-AFC3B09CE7FB}"/>
                </a:ext>
              </a:extLst>
            </p:cNvPr>
            <p:cNvCxnSpPr>
              <a:cxnSpLocks/>
            </p:cNvCxnSpPr>
            <p:nvPr/>
          </p:nvCxnSpPr>
          <p:spPr>
            <a:xfrm>
              <a:off x="1978844" y="4936146"/>
              <a:ext cx="2741344" cy="91098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BA80616A-1F37-C8D5-CD8E-66101EF8371B}"/>
                </a:ext>
              </a:extLst>
            </p:cNvPr>
            <p:cNvCxnSpPr>
              <a:cxnSpLocks/>
            </p:cNvCxnSpPr>
            <p:nvPr/>
          </p:nvCxnSpPr>
          <p:spPr>
            <a:xfrm>
              <a:off x="3838862" y="5763564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645512BE-5E67-D5AD-4DF9-1A452BADBED4}"/>
                </a:ext>
              </a:extLst>
            </p:cNvPr>
            <p:cNvSpPr txBox="1"/>
            <p:nvPr/>
          </p:nvSpPr>
          <p:spPr>
            <a:xfrm>
              <a:off x="3152868" y="5766785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-3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4B3ACF65-6C3A-F36D-6118-8C087801B1F5}"/>
                </a:ext>
              </a:extLst>
            </p:cNvPr>
            <p:cNvSpPr txBox="1"/>
            <p:nvPr/>
          </p:nvSpPr>
          <p:spPr>
            <a:xfrm>
              <a:off x="3649657" y="5756712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-2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9C7959E2-9CB7-4EBC-68C9-42F3E9FFE03C}"/>
                </a:ext>
              </a:extLst>
            </p:cNvPr>
            <p:cNvSpPr txBox="1"/>
            <p:nvPr/>
          </p:nvSpPr>
          <p:spPr>
            <a:xfrm>
              <a:off x="4423854" y="5056599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CB53CDAD-8D7B-4FA0-9F5D-A279897291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0188" y="5325914"/>
              <a:ext cx="565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69867C50-2B39-1A71-E95A-DBE27F678B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0188" y="4878570"/>
              <a:ext cx="565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C4BC928D-554E-1DCC-7AB4-0CDE05F328DF}"/>
                </a:ext>
              </a:extLst>
            </p:cNvPr>
            <p:cNvCxnSpPr>
              <a:cxnSpLocks/>
            </p:cNvCxnSpPr>
            <p:nvPr/>
          </p:nvCxnSpPr>
          <p:spPr>
            <a:xfrm>
              <a:off x="2418293" y="5763564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06ABC69F-DDF1-2D70-738D-C15FF267F628}"/>
                </a:ext>
              </a:extLst>
            </p:cNvPr>
            <p:cNvCxnSpPr>
              <a:cxnSpLocks/>
            </p:cNvCxnSpPr>
            <p:nvPr/>
          </p:nvCxnSpPr>
          <p:spPr>
            <a:xfrm>
              <a:off x="1984661" y="5771372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B7403F31-84E7-C252-4015-D04BA70E90F0}"/>
                </a:ext>
              </a:extLst>
            </p:cNvPr>
            <p:cNvSpPr txBox="1"/>
            <p:nvPr/>
          </p:nvSpPr>
          <p:spPr>
            <a:xfrm>
              <a:off x="1748822" y="5759754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-6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06D19CAC-FAFB-F3A3-1390-15EC011A296D}"/>
                </a:ext>
              </a:extLst>
            </p:cNvPr>
            <p:cNvSpPr txBox="1"/>
            <p:nvPr/>
          </p:nvSpPr>
          <p:spPr>
            <a:xfrm>
              <a:off x="4414550" y="4616991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2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2012A59E-6F34-E498-546C-7BC1D5140720}"/>
                </a:ext>
              </a:extLst>
            </p:cNvPr>
            <p:cNvSpPr txBox="1"/>
            <p:nvPr/>
          </p:nvSpPr>
          <p:spPr>
            <a:xfrm>
              <a:off x="5111598" y="5766785"/>
              <a:ext cx="27468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B2D0889F-B2E9-0ADA-26B0-B35A93AE450C}"/>
                </a:ext>
              </a:extLst>
            </p:cNvPr>
            <p:cNvCxnSpPr>
              <a:cxnSpLocks/>
            </p:cNvCxnSpPr>
            <p:nvPr/>
          </p:nvCxnSpPr>
          <p:spPr>
            <a:xfrm>
              <a:off x="4300689" y="5770578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B1279F1D-D28F-03FD-EA44-4987BBC0BBEF}"/>
                </a:ext>
              </a:extLst>
            </p:cNvPr>
            <p:cNvCxnSpPr>
              <a:cxnSpLocks/>
            </p:cNvCxnSpPr>
            <p:nvPr/>
          </p:nvCxnSpPr>
          <p:spPr>
            <a:xfrm>
              <a:off x="4727409" y="5779967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3130168C-85EE-A992-0A0F-36CB6F37CD11}"/>
                </a:ext>
              </a:extLst>
            </p:cNvPr>
            <p:cNvCxnSpPr>
              <a:cxnSpLocks/>
            </p:cNvCxnSpPr>
            <p:nvPr/>
          </p:nvCxnSpPr>
          <p:spPr>
            <a:xfrm>
              <a:off x="2882705" y="5778841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45F8E223-E5A9-4237-8C35-EB3BB6C9DC2E}"/>
                </a:ext>
              </a:extLst>
            </p:cNvPr>
            <p:cNvSpPr txBox="1"/>
            <p:nvPr/>
          </p:nvSpPr>
          <p:spPr>
            <a:xfrm>
              <a:off x="4103287" y="5766785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-1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FD2F0CCB-97A2-BFFE-C4CB-A513E2AD8C78}"/>
                </a:ext>
              </a:extLst>
            </p:cNvPr>
            <p:cNvSpPr txBox="1"/>
            <p:nvPr/>
          </p:nvSpPr>
          <p:spPr>
            <a:xfrm>
              <a:off x="4650769" y="5760043"/>
              <a:ext cx="31117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61548744-2860-581F-319D-CE2D9FF32494}"/>
              </a:ext>
            </a:extLst>
          </p:cNvPr>
          <p:cNvGrpSpPr/>
          <p:nvPr/>
        </p:nvGrpSpPr>
        <p:grpSpPr>
          <a:xfrm>
            <a:off x="5325521" y="4916160"/>
            <a:ext cx="1223963" cy="805461"/>
            <a:chOff x="5641562" y="3960963"/>
            <a:chExt cx="1223963" cy="805461"/>
          </a:xfrm>
        </p:grpSpPr>
        <p:sp>
          <p:nvSpPr>
            <p:cNvPr id="142" name="Text Box 3">
              <a:extLst>
                <a:ext uri="{FF2B5EF4-FFF2-40B4-BE49-F238E27FC236}">
                  <a16:creationId xmlns:a16="http://schemas.microsoft.com/office/drawing/2014/main" id="{00A30C9E-8815-6F90-6CA9-443A023B8C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1562" y="3960963"/>
              <a:ext cx="1223963" cy="472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2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翻转</a:t>
              </a:r>
            </a:p>
          </p:txBody>
        </p:sp>
        <p:sp>
          <p:nvSpPr>
            <p:cNvPr id="143" name="燕尾形箭头 25">
              <a:extLst>
                <a:ext uri="{FF2B5EF4-FFF2-40B4-BE49-F238E27FC236}">
                  <a16:creationId xmlns:a16="http://schemas.microsoft.com/office/drawing/2014/main" id="{184C46B7-650D-29D4-D87D-44A70948E23E}"/>
                </a:ext>
              </a:extLst>
            </p:cNvPr>
            <p:cNvSpPr/>
            <p:nvPr/>
          </p:nvSpPr>
          <p:spPr>
            <a:xfrm rot="10800000" flipH="1" flipV="1">
              <a:off x="5664249" y="4442574"/>
              <a:ext cx="720725" cy="323850"/>
            </a:xfrm>
            <a:prstGeom prst="notchedRigh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98F551E5-8B70-9DBA-5B46-57AC15AF6215}"/>
              </a:ext>
            </a:extLst>
          </p:cNvPr>
          <p:cNvGrpSpPr/>
          <p:nvPr/>
        </p:nvGrpSpPr>
        <p:grpSpPr>
          <a:xfrm>
            <a:off x="6406475" y="4491417"/>
            <a:ext cx="3718465" cy="1951001"/>
            <a:chOff x="6406475" y="4491417"/>
            <a:chExt cx="3718465" cy="1951001"/>
          </a:xfrm>
        </p:grpSpPr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56D152BC-3CF7-8A4D-EBB5-83BE2892BA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9301" y="6050422"/>
              <a:ext cx="3485167" cy="25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4BE01DEC-406F-A406-F844-0C3805FB29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9334" y="4716870"/>
              <a:ext cx="0" cy="17184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711B4D64-7E90-13FF-2EE0-356DED77CACF}"/>
                </a:ext>
              </a:extLst>
            </p:cNvPr>
            <p:cNvSpPr txBox="1"/>
            <p:nvPr/>
          </p:nvSpPr>
          <p:spPr>
            <a:xfrm>
              <a:off x="7456935" y="5965041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2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43027E68-FD40-30C7-06A3-A7DF84B6E264}"/>
                </a:ext>
              </a:extLst>
            </p:cNvPr>
            <p:cNvSpPr txBox="1"/>
            <p:nvPr/>
          </p:nvSpPr>
          <p:spPr>
            <a:xfrm>
              <a:off x="7006999" y="5980753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E19A8F63-61C7-D288-CB52-4B9D2EA9D2E4}"/>
                </a:ext>
              </a:extLst>
            </p:cNvPr>
            <p:cNvCxnSpPr>
              <a:cxnSpLocks/>
            </p:cNvCxnSpPr>
            <p:nvPr/>
          </p:nvCxnSpPr>
          <p:spPr>
            <a:xfrm>
              <a:off x="9449769" y="5114175"/>
              <a:ext cx="1404" cy="9348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5B406CD5-64CE-4ED8-AD20-57452D0E7F65}"/>
                </a:ext>
              </a:extLst>
            </p:cNvPr>
            <p:cNvSpPr txBox="1"/>
            <p:nvPr/>
          </p:nvSpPr>
          <p:spPr>
            <a:xfrm>
              <a:off x="6801267" y="4491417"/>
              <a:ext cx="150511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x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(-1/</a:t>
              </a:r>
              <a:r>
                <a:rPr lang="en-US" altLang="zh-CN" sz="24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2</a:t>
              </a:r>
              <a:r>
                <a:rPr lang="en-US" altLang="zh-CN" sz="24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t+</a:t>
              </a:r>
              <a:r>
                <a:rPr lang="en-US" altLang="zh-CN" sz="2400" b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)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CDDA008C-DF2D-A8BF-ADD6-22C7E3602762}"/>
                </a:ext>
              </a:extLst>
            </p:cNvPr>
            <p:cNvCxnSpPr>
              <a:cxnSpLocks/>
            </p:cNvCxnSpPr>
            <p:nvPr/>
          </p:nvCxnSpPr>
          <p:spPr>
            <a:xfrm>
              <a:off x="8104443" y="5966858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767061BD-B841-BE6F-A231-0E563D54B6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9334" y="5122545"/>
              <a:ext cx="2730435" cy="92832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20364AF4-F06A-F8CF-4AE8-82723D9C997C}"/>
                </a:ext>
              </a:extLst>
            </p:cNvPr>
            <p:cNvCxnSpPr>
              <a:cxnSpLocks/>
            </p:cNvCxnSpPr>
            <p:nvPr/>
          </p:nvCxnSpPr>
          <p:spPr>
            <a:xfrm>
              <a:off x="8577519" y="5966858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DE3E9DCF-B4E1-A304-A495-314F33D72727}"/>
                </a:ext>
              </a:extLst>
            </p:cNvPr>
            <p:cNvSpPr txBox="1"/>
            <p:nvPr/>
          </p:nvSpPr>
          <p:spPr>
            <a:xfrm>
              <a:off x="7948853" y="5965042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3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C8B171C6-88BF-7BF6-3728-5787E8B94C99}"/>
                </a:ext>
              </a:extLst>
            </p:cNvPr>
            <p:cNvSpPr txBox="1"/>
            <p:nvPr/>
          </p:nvSpPr>
          <p:spPr>
            <a:xfrm>
              <a:off x="8388314" y="5960006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4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E9CACF42-6B63-B597-7604-B4F2942CDB80}"/>
                </a:ext>
              </a:extLst>
            </p:cNvPr>
            <p:cNvSpPr txBox="1"/>
            <p:nvPr/>
          </p:nvSpPr>
          <p:spPr>
            <a:xfrm>
              <a:off x="6415779" y="5300968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99CDAF45-2357-28DF-BF6E-CA6B718804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2113" y="5570283"/>
              <a:ext cx="565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171F0185-3116-1638-E555-E478510E52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2113" y="5122939"/>
              <a:ext cx="565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98A7947B-D978-03FC-E5AA-9F1F533BF9CF}"/>
                </a:ext>
              </a:extLst>
            </p:cNvPr>
            <p:cNvCxnSpPr>
              <a:cxnSpLocks/>
            </p:cNvCxnSpPr>
            <p:nvPr/>
          </p:nvCxnSpPr>
          <p:spPr>
            <a:xfrm>
              <a:off x="7156950" y="5966858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39F55C27-7C3B-E6B3-D91F-BDAFE7A24F36}"/>
                </a:ext>
              </a:extLst>
            </p:cNvPr>
            <p:cNvCxnSpPr>
              <a:cxnSpLocks/>
            </p:cNvCxnSpPr>
            <p:nvPr/>
          </p:nvCxnSpPr>
          <p:spPr>
            <a:xfrm>
              <a:off x="6723318" y="5974666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0C5FDB17-0BFE-D8BF-0EB5-EC27B26FED9F}"/>
                </a:ext>
              </a:extLst>
            </p:cNvPr>
            <p:cNvSpPr txBox="1"/>
            <p:nvPr/>
          </p:nvSpPr>
          <p:spPr>
            <a:xfrm>
              <a:off x="9294145" y="5968709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6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BD62D977-ECE1-2D2A-232D-7535B4E0AA7A}"/>
                </a:ext>
              </a:extLst>
            </p:cNvPr>
            <p:cNvSpPr txBox="1"/>
            <p:nvPr/>
          </p:nvSpPr>
          <p:spPr>
            <a:xfrm>
              <a:off x="6406475" y="4861360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2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D3577AA8-B2E9-5DCE-CB19-20A478E8DB50}"/>
                </a:ext>
              </a:extLst>
            </p:cNvPr>
            <p:cNvSpPr txBox="1"/>
            <p:nvPr/>
          </p:nvSpPr>
          <p:spPr>
            <a:xfrm>
              <a:off x="9850255" y="5970079"/>
              <a:ext cx="27468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2FDDA835-76CA-7974-993E-3BDE0344BAAE}"/>
                </a:ext>
              </a:extLst>
            </p:cNvPr>
            <p:cNvCxnSpPr>
              <a:cxnSpLocks/>
            </p:cNvCxnSpPr>
            <p:nvPr/>
          </p:nvCxnSpPr>
          <p:spPr>
            <a:xfrm>
              <a:off x="9039346" y="5973872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C38B5E8A-256A-A63E-7B76-C31EF20A54DF}"/>
                </a:ext>
              </a:extLst>
            </p:cNvPr>
            <p:cNvCxnSpPr>
              <a:cxnSpLocks/>
            </p:cNvCxnSpPr>
            <p:nvPr/>
          </p:nvCxnSpPr>
          <p:spPr>
            <a:xfrm>
              <a:off x="6719334" y="6024336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C919268E-D930-6394-53E3-A30D065CBADA}"/>
                </a:ext>
              </a:extLst>
            </p:cNvPr>
            <p:cNvCxnSpPr>
              <a:cxnSpLocks/>
            </p:cNvCxnSpPr>
            <p:nvPr/>
          </p:nvCxnSpPr>
          <p:spPr>
            <a:xfrm>
              <a:off x="7621362" y="5982135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1ACD1BE2-D593-124B-AE45-68F7BACA3F16}"/>
                </a:ext>
              </a:extLst>
            </p:cNvPr>
            <p:cNvSpPr txBox="1"/>
            <p:nvPr/>
          </p:nvSpPr>
          <p:spPr>
            <a:xfrm>
              <a:off x="8841944" y="5970079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5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122DEE4A-6C4C-1BDD-9AF6-2AC6227B0D01}"/>
                </a:ext>
              </a:extLst>
            </p:cNvPr>
            <p:cNvSpPr txBox="1"/>
            <p:nvPr/>
          </p:nvSpPr>
          <p:spPr>
            <a:xfrm>
              <a:off x="6684534" y="5976179"/>
              <a:ext cx="31117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92680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656"/>
    </mc:Choice>
    <mc:Fallback xmlns="">
      <p:transition advTm="3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>
            <a:extLst>
              <a:ext uri="{FF2B5EF4-FFF2-40B4-BE49-F238E27FC236}">
                <a16:creationId xmlns:a16="http://schemas.microsoft.com/office/drawing/2014/main" id="{A2855746-94F1-4AC9-8497-EFD151E1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258357-0F90-4034-8ADF-C893564FBD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25071" y="992983"/>
            <a:ext cx="9753600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1.7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某线性时不变系统的输入、输出信号如图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(a)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所示。如果输入图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(b)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的信号，画出其输出信号的波形。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8F12F46-73C3-220F-D99A-03D20040C453}"/>
              </a:ext>
            </a:extLst>
          </p:cNvPr>
          <p:cNvGrpSpPr/>
          <p:nvPr/>
        </p:nvGrpSpPr>
        <p:grpSpPr>
          <a:xfrm>
            <a:off x="1595174" y="2209566"/>
            <a:ext cx="1831484" cy="1859128"/>
            <a:chOff x="2528428" y="2106460"/>
            <a:chExt cx="1831484" cy="1859128"/>
          </a:xfrm>
        </p:grpSpPr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1641EAC5-E1C0-9F41-087E-889EF8C1AEA2}"/>
                </a:ext>
              </a:extLst>
            </p:cNvPr>
            <p:cNvCxnSpPr>
              <a:cxnSpLocks/>
            </p:cNvCxnSpPr>
            <p:nvPr/>
          </p:nvCxnSpPr>
          <p:spPr>
            <a:xfrm>
              <a:off x="2528428" y="3570029"/>
              <a:ext cx="1348099" cy="45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AB45F5D6-5B40-2B4E-7E54-1C4EB2AD12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1629" y="2247166"/>
              <a:ext cx="0" cy="17184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358A156-967E-AB2E-4796-C06FB3D917C9}"/>
                </a:ext>
              </a:extLst>
            </p:cNvPr>
            <p:cNvSpPr txBox="1"/>
            <p:nvPr/>
          </p:nvSpPr>
          <p:spPr>
            <a:xfrm>
              <a:off x="2861629" y="3497057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10A8E168-04F6-51E0-1E96-08185545B3A5}"/>
                </a:ext>
              </a:extLst>
            </p:cNvPr>
            <p:cNvCxnSpPr>
              <a:cxnSpLocks/>
            </p:cNvCxnSpPr>
            <p:nvPr/>
          </p:nvCxnSpPr>
          <p:spPr>
            <a:xfrm>
              <a:off x="3322212" y="3093896"/>
              <a:ext cx="2950" cy="48682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2C4FEA3-F958-CAA7-7904-43CD79D65D35}"/>
                </a:ext>
              </a:extLst>
            </p:cNvPr>
            <p:cNvSpPr txBox="1"/>
            <p:nvPr/>
          </p:nvSpPr>
          <p:spPr>
            <a:xfrm>
              <a:off x="2911002" y="2106460"/>
              <a:ext cx="8232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x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(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)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CF3675B8-98DB-46C7-C94E-4012980401E1}"/>
                </a:ext>
              </a:extLst>
            </p:cNvPr>
            <p:cNvCxnSpPr>
              <a:cxnSpLocks/>
            </p:cNvCxnSpPr>
            <p:nvPr/>
          </p:nvCxnSpPr>
          <p:spPr>
            <a:xfrm>
              <a:off x="3322640" y="3480653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46DBCE20-E107-7A00-DC96-C3BD156BF8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8851" y="3100446"/>
              <a:ext cx="462128" cy="13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E5D06FC1-A857-3005-8B18-64A535166BB8}"/>
                </a:ext>
              </a:extLst>
            </p:cNvPr>
            <p:cNvSpPr txBox="1"/>
            <p:nvPr/>
          </p:nvSpPr>
          <p:spPr>
            <a:xfrm>
              <a:off x="3220463" y="3483874"/>
              <a:ext cx="3827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928BC770-6A44-1385-FD80-FE4AFAB0CE7B}"/>
                </a:ext>
              </a:extLst>
            </p:cNvPr>
            <p:cNvSpPr txBox="1"/>
            <p:nvPr/>
          </p:nvSpPr>
          <p:spPr>
            <a:xfrm>
              <a:off x="2548770" y="2724426"/>
              <a:ext cx="26348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B9425F1-A619-66E5-C0DC-7F21A47DBC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4408" y="3100579"/>
              <a:ext cx="565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CA068FF0-29FC-15EB-E5EF-FF3099EAEC1C}"/>
                </a:ext>
              </a:extLst>
            </p:cNvPr>
            <p:cNvSpPr txBox="1"/>
            <p:nvPr/>
          </p:nvSpPr>
          <p:spPr>
            <a:xfrm>
              <a:off x="3783650" y="3496379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7B85C70-77B8-13C5-822E-2C09C349C1E8}"/>
              </a:ext>
            </a:extLst>
          </p:cNvPr>
          <p:cNvGrpSpPr/>
          <p:nvPr/>
        </p:nvGrpSpPr>
        <p:grpSpPr>
          <a:xfrm>
            <a:off x="5015555" y="2202022"/>
            <a:ext cx="1811142" cy="1859128"/>
            <a:chOff x="2548770" y="2106460"/>
            <a:chExt cx="1811142" cy="1859128"/>
          </a:xfrm>
        </p:grpSpPr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C05C0069-9A12-78CA-0D26-5008B80132E0}"/>
                </a:ext>
              </a:extLst>
            </p:cNvPr>
            <p:cNvCxnSpPr>
              <a:cxnSpLocks/>
            </p:cNvCxnSpPr>
            <p:nvPr/>
          </p:nvCxnSpPr>
          <p:spPr>
            <a:xfrm>
              <a:off x="2557706" y="3565764"/>
              <a:ext cx="1318821" cy="88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5A8A2B03-8DA3-E857-168A-96E85B2C04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1629" y="2247166"/>
              <a:ext cx="0" cy="17184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D2A7ABEB-A7C1-ECBC-502F-60DFD725A419}"/>
                </a:ext>
              </a:extLst>
            </p:cNvPr>
            <p:cNvSpPr txBox="1"/>
            <p:nvPr/>
          </p:nvSpPr>
          <p:spPr>
            <a:xfrm>
              <a:off x="2861629" y="3497057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E810E47C-1E59-C283-31D8-FA1DB569D8B5}"/>
                </a:ext>
              </a:extLst>
            </p:cNvPr>
            <p:cNvCxnSpPr>
              <a:cxnSpLocks/>
            </p:cNvCxnSpPr>
            <p:nvPr/>
          </p:nvCxnSpPr>
          <p:spPr>
            <a:xfrm>
              <a:off x="3316823" y="3092406"/>
              <a:ext cx="1404" cy="48221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38F7223-B5CF-A612-2B87-9BC84336BF7D}"/>
                </a:ext>
              </a:extLst>
            </p:cNvPr>
            <p:cNvSpPr txBox="1"/>
            <p:nvPr/>
          </p:nvSpPr>
          <p:spPr>
            <a:xfrm>
              <a:off x="2911002" y="2106460"/>
              <a:ext cx="8232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y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(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)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BB14E524-F1A0-A250-825E-C9F02BEA5E1D}"/>
                </a:ext>
              </a:extLst>
            </p:cNvPr>
            <p:cNvCxnSpPr>
              <a:cxnSpLocks/>
            </p:cNvCxnSpPr>
            <p:nvPr/>
          </p:nvCxnSpPr>
          <p:spPr>
            <a:xfrm>
              <a:off x="3322640" y="3480653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FDF5AE0-885F-60DF-4766-321F51A350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9357" y="3100579"/>
              <a:ext cx="448168" cy="46567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1464255D-0723-08DB-4E1B-FFEAC5D24CD4}"/>
                </a:ext>
              </a:extLst>
            </p:cNvPr>
            <p:cNvSpPr txBox="1"/>
            <p:nvPr/>
          </p:nvSpPr>
          <p:spPr>
            <a:xfrm>
              <a:off x="3220463" y="3483874"/>
              <a:ext cx="3827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4917F828-5810-4D25-8C4F-0CD33591BAE2}"/>
                </a:ext>
              </a:extLst>
            </p:cNvPr>
            <p:cNvSpPr txBox="1"/>
            <p:nvPr/>
          </p:nvSpPr>
          <p:spPr>
            <a:xfrm>
              <a:off x="2548770" y="2724426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38B78422-8729-F0CA-E496-2BFBA8F032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4408" y="3100579"/>
              <a:ext cx="565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1C95996B-3F0C-4474-5C55-5D8269891F62}"/>
                </a:ext>
              </a:extLst>
            </p:cNvPr>
            <p:cNvSpPr txBox="1"/>
            <p:nvPr/>
          </p:nvSpPr>
          <p:spPr>
            <a:xfrm>
              <a:off x="3783650" y="3496379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25B49CB6-DB2E-43C8-6D36-2E74404456F7}"/>
              </a:ext>
            </a:extLst>
          </p:cNvPr>
          <p:cNvGrpSpPr/>
          <p:nvPr/>
        </p:nvGrpSpPr>
        <p:grpSpPr>
          <a:xfrm>
            <a:off x="3012011" y="2919512"/>
            <a:ext cx="1650636" cy="610260"/>
            <a:chOff x="3169184" y="2891872"/>
            <a:chExt cx="1650636" cy="610260"/>
          </a:xfrm>
        </p:grpSpPr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A3119EFC-A33B-FC4D-DA00-5024C0216E0D}"/>
                </a:ext>
              </a:extLst>
            </p:cNvPr>
            <p:cNvCxnSpPr>
              <a:cxnSpLocks/>
            </p:cNvCxnSpPr>
            <p:nvPr/>
          </p:nvCxnSpPr>
          <p:spPr>
            <a:xfrm>
              <a:off x="3169184" y="3209929"/>
              <a:ext cx="4475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D36DDBD8-AAF2-54AD-D46F-C61780C484C0}"/>
                </a:ext>
              </a:extLst>
            </p:cNvPr>
            <p:cNvSpPr/>
            <p:nvPr/>
          </p:nvSpPr>
          <p:spPr>
            <a:xfrm>
              <a:off x="3626043" y="2891872"/>
              <a:ext cx="705191" cy="61026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zh-CN" altLang="en-US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4B9968DE-E881-B608-DF0D-5B9338735D17}"/>
                </a:ext>
              </a:extLst>
            </p:cNvPr>
            <p:cNvCxnSpPr>
              <a:cxnSpLocks/>
            </p:cNvCxnSpPr>
            <p:nvPr/>
          </p:nvCxnSpPr>
          <p:spPr>
            <a:xfrm>
              <a:off x="4331234" y="3209929"/>
              <a:ext cx="48858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269D732-5CD0-0954-A8E5-5FB3867157AD}"/>
              </a:ext>
            </a:extLst>
          </p:cNvPr>
          <p:cNvSpPr txBox="1"/>
          <p:nvPr/>
        </p:nvSpPr>
        <p:spPr>
          <a:xfrm>
            <a:off x="3611347" y="4035826"/>
            <a:ext cx="562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(a)</a:t>
            </a:r>
            <a:endParaRPr lang="zh-CN" altLang="en-US" sz="2400" dirty="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4BE88F23-8B91-A06E-67C0-88C486C44FCA}"/>
              </a:ext>
            </a:extLst>
          </p:cNvPr>
          <p:cNvSpPr txBox="1"/>
          <p:nvPr/>
        </p:nvSpPr>
        <p:spPr>
          <a:xfrm>
            <a:off x="8083719" y="4038251"/>
            <a:ext cx="562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(b)</a:t>
            </a:r>
            <a:endParaRPr lang="zh-CN" altLang="en-US" sz="2400" dirty="0"/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2656D813-955E-E078-07FE-59CA71656F32}"/>
              </a:ext>
            </a:extLst>
          </p:cNvPr>
          <p:cNvGrpSpPr/>
          <p:nvPr/>
        </p:nvGrpSpPr>
        <p:grpSpPr>
          <a:xfrm>
            <a:off x="7773259" y="2172512"/>
            <a:ext cx="2132298" cy="1863314"/>
            <a:chOff x="8646373" y="2075398"/>
            <a:chExt cx="2132298" cy="1863314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3555399A-0FA0-07F4-634A-193E2B53A507}"/>
                </a:ext>
              </a:extLst>
            </p:cNvPr>
            <p:cNvGrpSpPr/>
            <p:nvPr/>
          </p:nvGrpSpPr>
          <p:grpSpPr>
            <a:xfrm>
              <a:off x="8646373" y="2075398"/>
              <a:ext cx="2132298" cy="1863314"/>
              <a:chOff x="2543948" y="2106460"/>
              <a:chExt cx="2132298" cy="1863314"/>
            </a:xfrm>
          </p:grpSpPr>
          <p:cxnSp>
            <p:nvCxnSpPr>
              <p:cNvPr id="70" name="直接箭头连接符 69">
                <a:extLst>
                  <a:ext uri="{FF2B5EF4-FFF2-40B4-BE49-F238E27FC236}">
                    <a16:creationId xmlns:a16="http://schemas.microsoft.com/office/drawing/2014/main" id="{B46AA614-28DB-E86A-8833-509A92BBBF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3948" y="3566808"/>
                <a:ext cx="1776273" cy="570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箭头连接符 70">
                <a:extLst>
                  <a:ext uri="{FF2B5EF4-FFF2-40B4-BE49-F238E27FC236}">
                    <a16:creationId xmlns:a16="http://schemas.microsoft.com/office/drawing/2014/main" id="{943C8E82-0C06-4E1A-8999-57E7CB9B75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61629" y="2247166"/>
                <a:ext cx="0" cy="171842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C77F2195-F396-A0B0-9472-6753392D97AC}"/>
                  </a:ext>
                </a:extLst>
              </p:cNvPr>
              <p:cNvSpPr txBox="1"/>
              <p:nvPr/>
            </p:nvSpPr>
            <p:spPr>
              <a:xfrm>
                <a:off x="2861629" y="3497057"/>
                <a:ext cx="5762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0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BA16644D-FAFA-20C7-A473-B53D5159B4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0148" y="2634782"/>
                <a:ext cx="0" cy="471595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E9A12D6-E353-254A-B074-782D59F33AE7}"/>
                  </a:ext>
                </a:extLst>
              </p:cNvPr>
              <p:cNvSpPr txBox="1"/>
              <p:nvPr/>
            </p:nvSpPr>
            <p:spPr>
              <a:xfrm>
                <a:off x="2911002" y="2106460"/>
                <a:ext cx="82327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x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(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t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)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7D938B7C-E735-6925-F7CB-01A273BA05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22640" y="3480653"/>
                <a:ext cx="0" cy="86155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E7FEE6D9-4C99-BBF7-B09C-CB23F72BA0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1629" y="3099936"/>
                <a:ext cx="46101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26FF580A-2524-37A6-D949-B124912EE380}"/>
                  </a:ext>
                </a:extLst>
              </p:cNvPr>
              <p:cNvSpPr txBox="1"/>
              <p:nvPr/>
            </p:nvSpPr>
            <p:spPr>
              <a:xfrm>
                <a:off x="3220463" y="3483874"/>
                <a:ext cx="3827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1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BDA5D14B-E379-B23C-8CBA-029EF0469C23}"/>
                  </a:ext>
                </a:extLst>
              </p:cNvPr>
              <p:cNvSpPr txBox="1"/>
              <p:nvPr/>
            </p:nvSpPr>
            <p:spPr>
              <a:xfrm>
                <a:off x="2548770" y="2724426"/>
                <a:ext cx="26348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1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98851999-7146-9A78-3CF0-D0B066950D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54408" y="3100579"/>
                <a:ext cx="56594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8E3F05C2-D7F8-39AC-4286-0D8A62DCC1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54408" y="2653235"/>
                <a:ext cx="56594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A25B2979-5011-2215-958D-B2F783B5A8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93972" y="3480653"/>
                <a:ext cx="0" cy="86155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409C1AC9-6D5E-C97D-1762-D8819DAF9D8B}"/>
                  </a:ext>
                </a:extLst>
              </p:cNvPr>
              <p:cNvSpPr txBox="1"/>
              <p:nvPr/>
            </p:nvSpPr>
            <p:spPr>
              <a:xfrm>
                <a:off x="3654877" y="3477951"/>
                <a:ext cx="5762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2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5C6ED85-707B-5DA1-377C-5E9B4FD69A53}"/>
                  </a:ext>
                </a:extLst>
              </p:cNvPr>
              <p:cNvSpPr txBox="1"/>
              <p:nvPr/>
            </p:nvSpPr>
            <p:spPr>
              <a:xfrm>
                <a:off x="2548770" y="2391656"/>
                <a:ext cx="5762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2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9093DAD2-78DD-3E9E-DFB9-660FC8DC9A2E}"/>
                  </a:ext>
                </a:extLst>
              </p:cNvPr>
              <p:cNvSpPr txBox="1"/>
              <p:nvPr/>
            </p:nvSpPr>
            <p:spPr>
              <a:xfrm>
                <a:off x="4099984" y="3508109"/>
                <a:ext cx="5762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t</a:t>
                </a:r>
                <a:endParaRPr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1F70EE9B-5B29-E53A-9261-587BD05588AC}"/>
                </a:ext>
              </a:extLst>
            </p:cNvPr>
            <p:cNvCxnSpPr>
              <a:cxnSpLocks/>
            </p:cNvCxnSpPr>
            <p:nvPr/>
          </p:nvCxnSpPr>
          <p:spPr>
            <a:xfrm>
              <a:off x="9425064" y="2619234"/>
              <a:ext cx="46101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5956300D-1BA6-E36F-D023-2CFA3D760FBF}"/>
                </a:ext>
              </a:extLst>
            </p:cNvPr>
            <p:cNvCxnSpPr>
              <a:cxnSpLocks/>
            </p:cNvCxnSpPr>
            <p:nvPr/>
          </p:nvCxnSpPr>
          <p:spPr>
            <a:xfrm>
              <a:off x="9888455" y="2601435"/>
              <a:ext cx="0" cy="9348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文本框 119">
            <a:extLst>
              <a:ext uri="{FF2B5EF4-FFF2-40B4-BE49-F238E27FC236}">
                <a16:creationId xmlns:a16="http://schemas.microsoft.com/office/drawing/2014/main" id="{71C726D5-5B5B-2850-AA7B-78731B7C0845}"/>
              </a:ext>
            </a:extLst>
          </p:cNvPr>
          <p:cNvSpPr txBox="1"/>
          <p:nvPr/>
        </p:nvSpPr>
        <p:spPr>
          <a:xfrm>
            <a:off x="1172298" y="4696692"/>
            <a:ext cx="12051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解：</a:t>
            </a:r>
            <a:endParaRPr lang="zh-CN" altLang="en-US" sz="2400" dirty="0"/>
          </a:p>
        </p:txBody>
      </p:sp>
      <p:graphicFrame>
        <p:nvGraphicFramePr>
          <p:cNvPr id="121" name="对象 120">
            <a:extLst>
              <a:ext uri="{FF2B5EF4-FFF2-40B4-BE49-F238E27FC236}">
                <a16:creationId xmlns:a16="http://schemas.microsoft.com/office/drawing/2014/main" id="{B7ADA59A-30A5-0B0C-6822-3C4188CF08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381780"/>
              </p:ext>
            </p:extLst>
          </p:nvPr>
        </p:nvGraphicFramePr>
        <p:xfrm>
          <a:off x="2943273" y="4713857"/>
          <a:ext cx="2997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97000" imgH="444240" progId="Equation.DSMT4">
                  <p:embed/>
                </p:oleObj>
              </mc:Choice>
              <mc:Fallback>
                <p:oleObj name="Equation" r:id="rId5" imgW="29970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43273" y="4713857"/>
                        <a:ext cx="29972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97752902-E108-27D6-C647-F37190A2D8E2}"/>
              </a:ext>
            </a:extLst>
          </p:cNvPr>
          <p:cNvSpPr txBox="1"/>
          <p:nvPr/>
        </p:nvSpPr>
        <p:spPr>
          <a:xfrm>
            <a:off x="2096619" y="4705274"/>
            <a:ext cx="12051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7E9B76-85E1-421B-8EA5-10CF6A8B4A2B}"/>
              </a:ext>
            </a:extLst>
          </p:cNvPr>
          <p:cNvSpPr txBox="1"/>
          <p:nvPr/>
        </p:nvSpPr>
        <p:spPr>
          <a:xfrm>
            <a:off x="2105215" y="5258277"/>
            <a:ext cx="623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A28E6DE-2A24-518C-FFE9-68FF105F27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738724"/>
              </p:ext>
            </p:extLst>
          </p:nvPr>
        </p:nvGraphicFramePr>
        <p:xfrm>
          <a:off x="2846017" y="5289602"/>
          <a:ext cx="2082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82600" imgH="444240" progId="Equation.DSMT4">
                  <p:embed/>
                </p:oleObj>
              </mc:Choice>
              <mc:Fallback>
                <p:oleObj name="Equation" r:id="rId7" imgW="20826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46017" y="5289602"/>
                        <a:ext cx="20828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B85BB9C-B594-DA20-D5AC-E27AA6B47581}"/>
              </a:ext>
            </a:extLst>
          </p:cNvPr>
          <p:cNvSpPr txBox="1"/>
          <p:nvPr/>
        </p:nvSpPr>
        <p:spPr>
          <a:xfrm>
            <a:off x="5055333" y="5281019"/>
            <a:ext cx="970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1E1F9D8-A155-AFF6-7E40-31C35B0714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579793"/>
              </p:ext>
            </p:extLst>
          </p:nvPr>
        </p:nvGraphicFramePr>
        <p:xfrm>
          <a:off x="5871840" y="5281019"/>
          <a:ext cx="2387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87520" imgH="444240" progId="Equation.DSMT4">
                  <p:embed/>
                </p:oleObj>
              </mc:Choice>
              <mc:Fallback>
                <p:oleObj name="Equation" r:id="rId9" imgW="2387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71840" y="5281019"/>
                        <a:ext cx="23876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103ED21-B002-C5C9-3D12-CF89B0D13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10701"/>
              </p:ext>
            </p:extLst>
          </p:nvPr>
        </p:nvGraphicFramePr>
        <p:xfrm>
          <a:off x="2012945" y="5926296"/>
          <a:ext cx="6477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476760" imgH="482400" progId="Equation.DSMT4">
                  <p:embed/>
                </p:oleObj>
              </mc:Choice>
              <mc:Fallback>
                <p:oleObj name="Equation" r:id="rId11" imgW="64767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12945" y="5926296"/>
                        <a:ext cx="64770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组合 42">
            <a:extLst>
              <a:ext uri="{FF2B5EF4-FFF2-40B4-BE49-F238E27FC236}">
                <a16:creationId xmlns:a16="http://schemas.microsoft.com/office/drawing/2014/main" id="{72CA9922-C960-1440-4D0A-47E2BC1C9138}"/>
              </a:ext>
            </a:extLst>
          </p:cNvPr>
          <p:cNvGrpSpPr/>
          <p:nvPr/>
        </p:nvGrpSpPr>
        <p:grpSpPr>
          <a:xfrm>
            <a:off x="9077740" y="4523548"/>
            <a:ext cx="2018140" cy="1876886"/>
            <a:chOff x="9077740" y="4523548"/>
            <a:chExt cx="2018140" cy="1876886"/>
          </a:xfrm>
        </p:grpSpPr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0B9F5EEC-6551-97E4-7627-5928A398E1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9202" y="5978673"/>
              <a:ext cx="1543079" cy="41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C5DE2391-EB79-E2B0-56A4-068BFFC6D5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3125" y="4664254"/>
              <a:ext cx="0" cy="17184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F217972-43F6-4CEC-C55E-63D39C44BB96}"/>
                </a:ext>
              </a:extLst>
            </p:cNvPr>
            <p:cNvSpPr txBox="1"/>
            <p:nvPr/>
          </p:nvSpPr>
          <p:spPr>
            <a:xfrm>
              <a:off x="9393125" y="5914145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0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51AC230-03D5-F94B-46A7-9CCEFA6B3082}"/>
                </a:ext>
              </a:extLst>
            </p:cNvPr>
            <p:cNvCxnSpPr>
              <a:cxnSpLocks/>
            </p:cNvCxnSpPr>
            <p:nvPr/>
          </p:nvCxnSpPr>
          <p:spPr>
            <a:xfrm>
              <a:off x="9848319" y="5509494"/>
              <a:ext cx="1404" cy="48221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14439E1-3B51-E854-BD25-15C107B2AF38}"/>
                </a:ext>
              </a:extLst>
            </p:cNvPr>
            <p:cNvSpPr txBox="1"/>
            <p:nvPr/>
          </p:nvSpPr>
          <p:spPr>
            <a:xfrm>
              <a:off x="9442498" y="4523548"/>
              <a:ext cx="8232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y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(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)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C698E58D-9961-83BA-1E7D-013720249522}"/>
                </a:ext>
              </a:extLst>
            </p:cNvPr>
            <p:cNvCxnSpPr>
              <a:cxnSpLocks/>
            </p:cNvCxnSpPr>
            <p:nvPr/>
          </p:nvCxnSpPr>
          <p:spPr>
            <a:xfrm>
              <a:off x="9854136" y="5897741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852D77D-1293-9789-84F1-4A93235BC5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0853" y="5517667"/>
              <a:ext cx="448168" cy="46567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23EC167-4029-D7BF-AC9A-A32926BC3BA7}"/>
                </a:ext>
              </a:extLst>
            </p:cNvPr>
            <p:cNvSpPr txBox="1"/>
            <p:nvPr/>
          </p:nvSpPr>
          <p:spPr>
            <a:xfrm>
              <a:off x="9707332" y="5901754"/>
              <a:ext cx="3827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0906F07-5F92-6F16-D11D-9B726E81CBFA}"/>
                </a:ext>
              </a:extLst>
            </p:cNvPr>
            <p:cNvSpPr txBox="1"/>
            <p:nvPr/>
          </p:nvSpPr>
          <p:spPr>
            <a:xfrm>
              <a:off x="9089166" y="5263854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BD47DDC4-43FB-A699-935E-961F55D0CA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85904" y="5517667"/>
              <a:ext cx="565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ED614A1-EF29-1310-06F5-2483E270F5F5}"/>
                </a:ext>
              </a:extLst>
            </p:cNvPr>
            <p:cNvSpPr txBox="1"/>
            <p:nvPr/>
          </p:nvSpPr>
          <p:spPr>
            <a:xfrm>
              <a:off x="10519618" y="5938769"/>
              <a:ext cx="57626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t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0C91E78-DCF7-70A7-1B15-324A0488AE76}"/>
                </a:ext>
              </a:extLst>
            </p:cNvPr>
            <p:cNvCxnSpPr>
              <a:cxnSpLocks/>
            </p:cNvCxnSpPr>
            <p:nvPr/>
          </p:nvCxnSpPr>
          <p:spPr>
            <a:xfrm>
              <a:off x="10317736" y="5905549"/>
              <a:ext cx="0" cy="8615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81C4C1E-3E6D-2923-EE3E-A4D14F06AA5B}"/>
                </a:ext>
              </a:extLst>
            </p:cNvPr>
            <p:cNvSpPr txBox="1"/>
            <p:nvPr/>
          </p:nvSpPr>
          <p:spPr>
            <a:xfrm>
              <a:off x="10144101" y="5905549"/>
              <a:ext cx="3827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2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72A749D0-F2A8-B90E-DC65-91E49D01BE9C}"/>
                </a:ext>
              </a:extLst>
            </p:cNvPr>
            <p:cNvCxnSpPr>
              <a:cxnSpLocks/>
            </p:cNvCxnSpPr>
            <p:nvPr/>
          </p:nvCxnSpPr>
          <p:spPr>
            <a:xfrm>
              <a:off x="10317736" y="5048561"/>
              <a:ext cx="0" cy="9310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22B848A-F907-B979-E4B7-FC7E771AE4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84642" y="5048561"/>
              <a:ext cx="5659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AF8CDBDC-DBA3-2F6F-BB0E-399B978656D4}"/>
                </a:ext>
              </a:extLst>
            </p:cNvPr>
            <p:cNvSpPr txBox="1"/>
            <p:nvPr/>
          </p:nvSpPr>
          <p:spPr>
            <a:xfrm>
              <a:off x="9077740" y="4821639"/>
              <a:ext cx="3827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2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AD8901CF-2B38-C58F-958A-187FF05D79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0835" y="5048561"/>
              <a:ext cx="471785" cy="92906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2338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656"/>
    </mc:Choice>
    <mc:Fallback xmlns="">
      <p:transition advTm="3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62239B-FA27-4888-9441-A33C39DD70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10783" y="840583"/>
            <a:ext cx="9933441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2.1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使用竖立法计算系列                         和                            的卷积和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F3F7C71-A19D-CB5A-95E1-6DC3D43A0A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398784"/>
              </p:ext>
            </p:extLst>
          </p:nvPr>
        </p:nvGraphicFramePr>
        <p:xfrm>
          <a:off x="4603092" y="1090613"/>
          <a:ext cx="1943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42920" imgH="457200" progId="Equation.DSMT4">
                  <p:embed/>
                </p:oleObj>
              </mc:Choice>
              <mc:Fallback>
                <p:oleObj name="Equation" r:id="rId5" imgW="1942920" imgH="457200" progId="Equation.DSMT4">
                  <p:embed/>
                  <p:pic>
                    <p:nvPicPr>
                      <p:cNvPr id="121" name="对象 120">
                        <a:extLst>
                          <a:ext uri="{FF2B5EF4-FFF2-40B4-BE49-F238E27FC236}">
                            <a16:creationId xmlns:a16="http://schemas.microsoft.com/office/drawing/2014/main" id="{B7ADA59A-30A5-0B0C-6822-3C4188CF08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03092" y="1090613"/>
                        <a:ext cx="19431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973034C-F3D1-3993-4614-270004D4BD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735530"/>
              </p:ext>
            </p:extLst>
          </p:nvPr>
        </p:nvGraphicFramePr>
        <p:xfrm>
          <a:off x="6999454" y="1090613"/>
          <a:ext cx="2273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73040" imgH="457200" progId="Equation.DSMT4">
                  <p:embed/>
                </p:oleObj>
              </mc:Choice>
              <mc:Fallback>
                <p:oleObj name="Equation" r:id="rId7" imgW="22730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99454" y="1090613"/>
                        <a:ext cx="22733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78153B1-FAB4-96CC-A3F6-D5EFF2D035AD}"/>
              </a:ext>
            </a:extLst>
          </p:cNvPr>
          <p:cNvSpPr txBox="1"/>
          <p:nvPr/>
        </p:nvSpPr>
        <p:spPr>
          <a:xfrm>
            <a:off x="1010783" y="1994178"/>
            <a:ext cx="1037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解：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71D8870-FD27-95AA-DBA4-ADB8AF7D64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291072"/>
              </p:ext>
            </p:extLst>
          </p:nvPr>
        </p:nvGraphicFramePr>
        <p:xfrm>
          <a:off x="2905125" y="2289175"/>
          <a:ext cx="698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98400" imgH="368280" progId="Equation.DSMT4">
                  <p:embed/>
                </p:oleObj>
              </mc:Choice>
              <mc:Fallback>
                <p:oleObj name="Equation" r:id="rId9" imgW="698400" imgH="3682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5012494D-3748-2509-E7B8-9087111353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05125" y="2289175"/>
                        <a:ext cx="698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E949061-4471-6F4F-36CC-BA46D0EA48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80321"/>
              </p:ext>
            </p:extLst>
          </p:nvPr>
        </p:nvGraphicFramePr>
        <p:xfrm>
          <a:off x="7073900" y="2325688"/>
          <a:ext cx="165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4880" imgH="266400" progId="Equation.DSMT4">
                  <p:embed/>
                </p:oleObj>
              </mc:Choice>
              <mc:Fallback>
                <p:oleObj name="Equation" r:id="rId11" imgW="164880" imgH="2664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60B8346-F306-9FE6-A7D6-43D704D2B1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73900" y="2325688"/>
                        <a:ext cx="1651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7F4DD87-02DD-CD37-E642-BEE9B463E0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201650"/>
              </p:ext>
            </p:extLst>
          </p:nvPr>
        </p:nvGraphicFramePr>
        <p:xfrm>
          <a:off x="8980488" y="2319338"/>
          <a:ext cx="165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4880" imgH="266400" progId="Equation.DSMT4">
                  <p:embed/>
                </p:oleObj>
              </mc:Choice>
              <mc:Fallback>
                <p:oleObj name="Equation" r:id="rId13" imgW="164880" imgH="2664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D10E8F0-0AE5-A24B-3EAD-F1ED540CF3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980488" y="2319338"/>
                        <a:ext cx="1651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6500D76-A809-8F11-B202-AFF82A5C79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194679"/>
              </p:ext>
            </p:extLst>
          </p:nvPr>
        </p:nvGraphicFramePr>
        <p:xfrm>
          <a:off x="10061575" y="2306638"/>
          <a:ext cx="165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4880" imgH="266400" progId="Equation.DSMT4">
                  <p:embed/>
                </p:oleObj>
              </mc:Choice>
              <mc:Fallback>
                <p:oleObj name="Equation" r:id="rId15" imgW="164880" imgH="2664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A4552D0-F1F0-EE29-BEF3-374E416BB6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061575" y="2306638"/>
                        <a:ext cx="1651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58B4A6D-AAD7-746A-AF84-124F5FE875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337874"/>
              </p:ext>
            </p:extLst>
          </p:nvPr>
        </p:nvGraphicFramePr>
        <p:xfrm>
          <a:off x="2884488" y="2749550"/>
          <a:ext cx="723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23600" imgH="368280" progId="Equation.DSMT4">
                  <p:embed/>
                </p:oleObj>
              </mc:Choice>
              <mc:Fallback>
                <p:oleObj name="Equation" r:id="rId17" imgW="723600" imgH="3682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A45B45F5-38C2-1DD6-031C-8B90EA2926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84488" y="2749550"/>
                        <a:ext cx="723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9E2EE31-D261-09D2-4B16-4EC3F50026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066349"/>
              </p:ext>
            </p:extLst>
          </p:nvPr>
        </p:nvGraphicFramePr>
        <p:xfrm>
          <a:off x="4940300" y="2784475"/>
          <a:ext cx="165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4880" imgH="266400" progId="Equation.DSMT4">
                  <p:embed/>
                </p:oleObj>
              </mc:Choice>
              <mc:Fallback>
                <p:oleObj name="Equation" r:id="rId19" imgW="164880" imgH="2664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B3743D42-196D-015F-B47E-6C6276D181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40300" y="2784475"/>
                        <a:ext cx="1651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6DDEBF7-F87C-D0E7-C0FF-73E3F2D8EF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915943"/>
              </p:ext>
            </p:extLst>
          </p:nvPr>
        </p:nvGraphicFramePr>
        <p:xfrm>
          <a:off x="7042150" y="2789238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90440" imgH="266400" progId="Equation.DSMT4">
                  <p:embed/>
                </p:oleObj>
              </mc:Choice>
              <mc:Fallback>
                <p:oleObj name="Equation" r:id="rId21" imgW="190440" imgH="2664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938A0BBB-2E99-143E-039B-C1F3F80529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042150" y="2789238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EFD82FC-CB12-739C-6068-D6E7AC5D94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340010"/>
              </p:ext>
            </p:extLst>
          </p:nvPr>
        </p:nvGraphicFramePr>
        <p:xfrm>
          <a:off x="8948738" y="280035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0440" imgH="279360" progId="Equation.DSMT4">
                  <p:embed/>
                </p:oleObj>
              </mc:Choice>
              <mc:Fallback>
                <p:oleObj name="Equation" r:id="rId23" imgW="190440" imgH="27936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6FA80149-F21C-9C46-0E9D-817F46130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948738" y="2800350"/>
                        <a:ext cx="190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89FDA2A-BA6D-0301-E577-EBD1C726B8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833124"/>
              </p:ext>
            </p:extLst>
          </p:nvPr>
        </p:nvGraphicFramePr>
        <p:xfrm>
          <a:off x="10029825" y="2803525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90440" imgH="266400" progId="Equation.DSMT4">
                  <p:embed/>
                </p:oleObj>
              </mc:Choice>
              <mc:Fallback>
                <p:oleObj name="Equation" r:id="rId25" imgW="190440" imgH="2664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E6BFC439-DDD4-C82A-F572-FC01DD1BC6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029825" y="2803525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3705F73-8946-F732-8E1E-65D4990805D3}"/>
              </a:ext>
            </a:extLst>
          </p:cNvPr>
          <p:cNvCxnSpPr>
            <a:cxnSpLocks/>
          </p:cNvCxnSpPr>
          <p:nvPr/>
        </p:nvCxnSpPr>
        <p:spPr>
          <a:xfrm flipV="1">
            <a:off x="1904649" y="3180800"/>
            <a:ext cx="8505723" cy="284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1ABDB21B-1D9D-7230-C9C8-FFC9B4297A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623366"/>
              </p:ext>
            </p:extLst>
          </p:nvPr>
        </p:nvGraphicFramePr>
        <p:xfrm>
          <a:off x="10029825" y="3244850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90440" imgH="266400" progId="Equation.DSMT4">
                  <p:embed/>
                </p:oleObj>
              </mc:Choice>
              <mc:Fallback>
                <p:oleObj name="Equation" r:id="rId27" imgW="190440" imgH="2664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79F23118-C39E-A586-A187-411C7DAA7E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0029825" y="3244850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FD43426-D8B8-8E52-B5F0-B81CB2152F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962084"/>
              </p:ext>
            </p:extLst>
          </p:nvPr>
        </p:nvGraphicFramePr>
        <p:xfrm>
          <a:off x="8967788" y="3268663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90440" imgH="266400" progId="Equation.DSMT4">
                  <p:embed/>
                </p:oleObj>
              </mc:Choice>
              <mc:Fallback>
                <p:oleObj name="Equation" r:id="rId29" imgW="190440" imgH="2664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3877D85C-F02E-EC8F-01AC-BD3AF090BD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967788" y="3268663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1E9294A-804D-7EB8-0EF0-332FC30808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785781"/>
              </p:ext>
            </p:extLst>
          </p:nvPr>
        </p:nvGraphicFramePr>
        <p:xfrm>
          <a:off x="7042150" y="3268663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90440" imgH="266400" progId="Equation.DSMT4">
                  <p:embed/>
                </p:oleObj>
              </mc:Choice>
              <mc:Fallback>
                <p:oleObj name="Equation" r:id="rId31" imgW="190440" imgH="2664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C2E12E18-9730-C437-BCE2-F066778F7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042150" y="3268663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98CA36E1-3E75-0B30-F426-D50CB3CDB0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003247"/>
              </p:ext>
            </p:extLst>
          </p:nvPr>
        </p:nvGraphicFramePr>
        <p:xfrm>
          <a:off x="8974138" y="3667125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90440" imgH="279360" progId="Equation.DSMT4">
                  <p:embed/>
                </p:oleObj>
              </mc:Choice>
              <mc:Fallback>
                <p:oleObj name="Equation" r:id="rId33" imgW="190440" imgH="27936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79796F73-225D-D0D7-48EC-D7B8A78F2E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974138" y="3667125"/>
                        <a:ext cx="190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48A9460-5F06-1220-B5B7-80531FCBEA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36181"/>
              </p:ext>
            </p:extLst>
          </p:nvPr>
        </p:nvGraphicFramePr>
        <p:xfrm>
          <a:off x="7056438" y="4119563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90440" imgH="266400" progId="Equation.DSMT4">
                  <p:embed/>
                </p:oleObj>
              </mc:Choice>
              <mc:Fallback>
                <p:oleObj name="Equation" r:id="rId35" imgW="190440" imgH="2664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98411A20-7087-5CFC-4F48-BBA68317E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056438" y="4119563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30E8D4F0-1D31-2B60-2CB1-66142C0A61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630220"/>
              </p:ext>
            </p:extLst>
          </p:nvPr>
        </p:nvGraphicFramePr>
        <p:xfrm>
          <a:off x="4908550" y="4105275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90440" imgH="266400" progId="Equation.DSMT4">
                  <p:embed/>
                </p:oleObj>
              </mc:Choice>
              <mc:Fallback>
                <p:oleObj name="Equation" r:id="rId37" imgW="190440" imgH="2664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B5F59317-7B45-C10E-92EE-02CEFA9A9D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908550" y="4105275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6E41146F-47D0-EB09-CAB9-B132F699F1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045506"/>
              </p:ext>
            </p:extLst>
          </p:nvPr>
        </p:nvGraphicFramePr>
        <p:xfrm>
          <a:off x="3244850" y="4100513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90440" imgH="266400" progId="Equation.DSMT4">
                  <p:embed/>
                </p:oleObj>
              </mc:Choice>
              <mc:Fallback>
                <p:oleObj name="Equation" r:id="rId39" imgW="190440" imgH="2664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29F67865-EAFC-D9C7-4797-CBEFACDB76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3244850" y="4100513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A89A2DA5-7ABC-56B3-8C40-D29A375D7C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005062"/>
              </p:ext>
            </p:extLst>
          </p:nvPr>
        </p:nvGraphicFramePr>
        <p:xfrm>
          <a:off x="7062788" y="3667125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90440" imgH="279360" progId="Equation.DSMT4">
                  <p:embed/>
                </p:oleObj>
              </mc:Choice>
              <mc:Fallback>
                <p:oleObj name="Equation" r:id="rId41" imgW="190440" imgH="27936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1359D0D8-4EAE-C904-8B58-B4CE95FDA8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062788" y="3667125"/>
                        <a:ext cx="190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A982048F-150C-E371-A563-CD7768130A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7382"/>
              </p:ext>
            </p:extLst>
          </p:nvPr>
        </p:nvGraphicFramePr>
        <p:xfrm>
          <a:off x="3268663" y="4541838"/>
          <a:ext cx="165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64880" imgH="266400" progId="Equation.DSMT4">
                  <p:embed/>
                </p:oleObj>
              </mc:Choice>
              <mc:Fallback>
                <p:oleObj name="Equation" r:id="rId43" imgW="164880" imgH="26640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2A406515-7076-69BC-5AFC-BA35F27CE1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3268663" y="4541838"/>
                        <a:ext cx="1651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FBDDF382-EF88-866B-0FD2-77804C5E09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847139"/>
              </p:ext>
            </p:extLst>
          </p:nvPr>
        </p:nvGraphicFramePr>
        <p:xfrm>
          <a:off x="4937125" y="4508500"/>
          <a:ext cx="165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64880" imgH="266400" progId="Equation.DSMT4">
                  <p:embed/>
                </p:oleObj>
              </mc:Choice>
              <mc:Fallback>
                <p:oleObj name="Equation" r:id="rId45" imgW="164880" imgH="26640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A2EAE59A-41FD-5A2B-00D3-03FA898170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4937125" y="4508500"/>
                        <a:ext cx="1651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3D3A1FD1-2750-2952-2855-D981D4C1F1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520987"/>
              </p:ext>
            </p:extLst>
          </p:nvPr>
        </p:nvGraphicFramePr>
        <p:xfrm>
          <a:off x="4906961" y="3686175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90440" imgH="279360" progId="Equation.DSMT4">
                  <p:embed/>
                </p:oleObj>
              </mc:Choice>
              <mc:Fallback>
                <p:oleObj name="Equation" r:id="rId47" imgW="190440" imgH="279360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CBD64DEA-B2DE-5228-A3E6-0AD0D295A0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4906961" y="3686175"/>
                        <a:ext cx="190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89AEA7F0-65D6-86FC-2AB0-8B7671505A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763641"/>
              </p:ext>
            </p:extLst>
          </p:nvPr>
        </p:nvGraphicFramePr>
        <p:xfrm>
          <a:off x="2147888" y="4570413"/>
          <a:ext cx="165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164880" imgH="266400" progId="Equation.DSMT4">
                  <p:embed/>
                </p:oleObj>
              </mc:Choice>
              <mc:Fallback>
                <p:oleObj name="Equation" r:id="rId49" imgW="164880" imgH="266400" progId="Equation.DSMT4">
                  <p:embed/>
                  <p:pic>
                    <p:nvPicPr>
                      <p:cNvPr id="69" name="对象 68">
                        <a:extLst>
                          <a:ext uri="{FF2B5EF4-FFF2-40B4-BE49-F238E27FC236}">
                            <a16:creationId xmlns:a16="http://schemas.microsoft.com/office/drawing/2014/main" id="{BA3B6F21-26E1-3F8E-4629-10930E5A8F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2147888" y="4570413"/>
                        <a:ext cx="1651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FAAE745-98EF-5502-E3E9-8BF4798C0CC5}"/>
              </a:ext>
            </a:extLst>
          </p:cNvPr>
          <p:cNvCxnSpPr>
            <a:cxnSpLocks/>
          </p:cNvCxnSpPr>
          <p:nvPr/>
        </p:nvCxnSpPr>
        <p:spPr>
          <a:xfrm flipV="1">
            <a:off x="1939064" y="4907140"/>
            <a:ext cx="8423785" cy="407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CC45EEE9-F165-AD6B-517F-C9AE4C1C2D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257374"/>
              </p:ext>
            </p:extLst>
          </p:nvPr>
        </p:nvGraphicFramePr>
        <p:xfrm>
          <a:off x="2132807" y="5056188"/>
          <a:ext cx="165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164880" imgH="266400" progId="Equation.DSMT4">
                  <p:embed/>
                </p:oleObj>
              </mc:Choice>
              <mc:Fallback>
                <p:oleObj name="Equation" r:id="rId51" imgW="164880" imgH="266400" progId="Equation.DSMT4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3BE556C1-ECA5-A54C-07BB-641E80382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2132807" y="5056188"/>
                        <a:ext cx="1651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6A2F2C86-65DA-78D1-F409-75A987988A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063979"/>
              </p:ext>
            </p:extLst>
          </p:nvPr>
        </p:nvGraphicFramePr>
        <p:xfrm>
          <a:off x="3246440" y="5049838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190440" imgH="279360" progId="Equation.DSMT4">
                  <p:embed/>
                </p:oleObj>
              </mc:Choice>
              <mc:Fallback>
                <p:oleObj name="Equation" r:id="rId53" imgW="190440" imgH="279360" progId="Equation.DSMT4">
                  <p:embed/>
                  <p:pic>
                    <p:nvPicPr>
                      <p:cNvPr id="72" name="对象 71">
                        <a:extLst>
                          <a:ext uri="{FF2B5EF4-FFF2-40B4-BE49-F238E27FC236}">
                            <a16:creationId xmlns:a16="http://schemas.microsoft.com/office/drawing/2014/main" id="{F7055317-F501-D005-EBEA-5D40AC5A8F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3246440" y="5049838"/>
                        <a:ext cx="190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C2BEEE7F-93BA-C05B-4FAB-F6BE849420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361374"/>
              </p:ext>
            </p:extLst>
          </p:nvPr>
        </p:nvGraphicFramePr>
        <p:xfrm>
          <a:off x="4914900" y="5056188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5" imgW="190440" imgH="279360" progId="Equation.DSMT4">
                  <p:embed/>
                </p:oleObj>
              </mc:Choice>
              <mc:Fallback>
                <p:oleObj name="Equation" r:id="rId55" imgW="190440" imgH="279360" progId="Equation.DSMT4">
                  <p:embed/>
                  <p:pic>
                    <p:nvPicPr>
                      <p:cNvPr id="73" name="对象 72">
                        <a:extLst>
                          <a:ext uri="{FF2B5EF4-FFF2-40B4-BE49-F238E27FC236}">
                            <a16:creationId xmlns:a16="http://schemas.microsoft.com/office/drawing/2014/main" id="{B7D7DC2A-9F63-D1CF-BE47-9B30911B2B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4914900" y="5056188"/>
                        <a:ext cx="190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A9B68D9B-802A-6770-9D46-D92652AFDE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87737"/>
              </p:ext>
            </p:extLst>
          </p:nvPr>
        </p:nvGraphicFramePr>
        <p:xfrm>
          <a:off x="7059613" y="5053013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7" imgW="190440" imgH="279360" progId="Equation.DSMT4">
                  <p:embed/>
                </p:oleObj>
              </mc:Choice>
              <mc:Fallback>
                <p:oleObj name="Equation" r:id="rId57" imgW="190440" imgH="279360" progId="Equation.DSMT4">
                  <p:embed/>
                  <p:pic>
                    <p:nvPicPr>
                      <p:cNvPr id="74" name="对象 73">
                        <a:extLst>
                          <a:ext uri="{FF2B5EF4-FFF2-40B4-BE49-F238E27FC236}">
                            <a16:creationId xmlns:a16="http://schemas.microsoft.com/office/drawing/2014/main" id="{6383E7EF-8991-93D6-A814-36BBA8639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7059613" y="5053013"/>
                        <a:ext cx="190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192BF798-A5F4-8B50-C48E-0CBF24EEBA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715945"/>
              </p:ext>
            </p:extLst>
          </p:nvPr>
        </p:nvGraphicFramePr>
        <p:xfrm>
          <a:off x="8880475" y="5000625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9" imgW="190440" imgH="266400" progId="Equation.DSMT4">
                  <p:embed/>
                </p:oleObj>
              </mc:Choice>
              <mc:Fallback>
                <p:oleObj name="Equation" r:id="rId59" imgW="190440" imgH="266400" progId="Equation.DSMT4">
                  <p:embed/>
                  <p:pic>
                    <p:nvPicPr>
                      <p:cNvPr id="75" name="对象 74">
                        <a:extLst>
                          <a:ext uri="{FF2B5EF4-FFF2-40B4-BE49-F238E27FC236}">
                            <a16:creationId xmlns:a16="http://schemas.microsoft.com/office/drawing/2014/main" id="{D316A371-F9FB-0939-C26A-3FC089E4CB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8880475" y="5000625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165D57F6-D6C1-57F5-5350-1B91377318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07694"/>
              </p:ext>
            </p:extLst>
          </p:nvPr>
        </p:nvGraphicFramePr>
        <p:xfrm>
          <a:off x="10067925" y="5000625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1" imgW="190440" imgH="266400" progId="Equation.DSMT4">
                  <p:embed/>
                </p:oleObj>
              </mc:Choice>
              <mc:Fallback>
                <p:oleObj name="Equation" r:id="rId61" imgW="190440" imgH="266400" progId="Equation.DSMT4">
                  <p:embed/>
                  <p:pic>
                    <p:nvPicPr>
                      <p:cNvPr id="76" name="对象 75">
                        <a:extLst>
                          <a:ext uri="{FF2B5EF4-FFF2-40B4-BE49-F238E27FC236}">
                            <a16:creationId xmlns:a16="http://schemas.microsoft.com/office/drawing/2014/main" id="{42C33F70-E557-32B0-4F14-EFA3CD14E4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10067925" y="5000625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35682955-3A65-47AC-0171-532F0FA1CB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297452"/>
              </p:ext>
            </p:extLst>
          </p:nvPr>
        </p:nvGraphicFramePr>
        <p:xfrm>
          <a:off x="3603625" y="5612696"/>
          <a:ext cx="3670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3" imgW="3670200" imgH="457200" progId="Equation.DSMT4">
                  <p:embed/>
                </p:oleObj>
              </mc:Choice>
              <mc:Fallback>
                <p:oleObj name="Equation" r:id="rId63" imgW="36702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3603625" y="5612696"/>
                        <a:ext cx="36703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77373817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0768" y="6356350"/>
            <a:ext cx="1153031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62239B-FA27-4888-9441-A33C39DD70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25071" y="768590"/>
            <a:ext cx="9753600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2.2 </a:t>
            </a:r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使用图解法计算下图所示信号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的卷积积分</a:t>
            </a:r>
            <a:r>
              <a:rPr lang="en-US" altLang="zh-CN" sz="2600" b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 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25849CFA-B0F5-8E73-FADA-E7B0798B0DEC}"/>
              </a:ext>
            </a:extLst>
          </p:cNvPr>
          <p:cNvCxnSpPr/>
          <p:nvPr/>
        </p:nvCxnSpPr>
        <p:spPr>
          <a:xfrm>
            <a:off x="1119341" y="3186580"/>
            <a:ext cx="35805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AA4B6A7-76B5-FBB5-AEB4-61F667579978}"/>
              </a:ext>
            </a:extLst>
          </p:cNvPr>
          <p:cNvCxnSpPr>
            <a:cxnSpLocks/>
          </p:cNvCxnSpPr>
          <p:nvPr/>
        </p:nvCxnSpPr>
        <p:spPr>
          <a:xfrm flipV="1">
            <a:off x="2909640" y="1846264"/>
            <a:ext cx="0" cy="2483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56F8E4ED-77B8-D1BE-23F7-04D2FEFEF00B}"/>
              </a:ext>
            </a:extLst>
          </p:cNvPr>
          <p:cNvSpPr/>
          <p:nvPr/>
        </p:nvSpPr>
        <p:spPr>
          <a:xfrm>
            <a:off x="2187744" y="2463130"/>
            <a:ext cx="720000" cy="72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B32DFB-EA4F-F6A6-5300-5AD53994A883}"/>
              </a:ext>
            </a:extLst>
          </p:cNvPr>
          <p:cNvSpPr/>
          <p:nvPr/>
        </p:nvSpPr>
        <p:spPr>
          <a:xfrm>
            <a:off x="2907744" y="3183130"/>
            <a:ext cx="720000" cy="72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FEF89DA-96B9-5E0E-ECE6-465F7F4D2355}"/>
              </a:ext>
            </a:extLst>
          </p:cNvPr>
          <p:cNvCxnSpPr>
            <a:cxnSpLocks/>
          </p:cNvCxnSpPr>
          <p:nvPr/>
        </p:nvCxnSpPr>
        <p:spPr>
          <a:xfrm>
            <a:off x="6148990" y="3633299"/>
            <a:ext cx="267582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059AE2A-806D-4639-A308-52C5BCF7C158}"/>
              </a:ext>
            </a:extLst>
          </p:cNvPr>
          <p:cNvCxnSpPr>
            <a:cxnSpLocks/>
          </p:cNvCxnSpPr>
          <p:nvPr/>
        </p:nvCxnSpPr>
        <p:spPr>
          <a:xfrm flipV="1">
            <a:off x="6542021" y="1702390"/>
            <a:ext cx="0" cy="2293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54AA7B4-E9BC-D2B5-C7D7-E1471462AE4F}"/>
              </a:ext>
            </a:extLst>
          </p:cNvPr>
          <p:cNvSpPr/>
          <p:nvPr/>
        </p:nvSpPr>
        <p:spPr>
          <a:xfrm>
            <a:off x="7269749" y="2193299"/>
            <a:ext cx="720000" cy="144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F570826-3A48-0B3C-6219-F4E0E8DD58ED}"/>
                  </a:ext>
                </a:extLst>
              </p:cNvPr>
              <p:cNvSpPr txBox="1"/>
              <p:nvPr/>
            </p:nvSpPr>
            <p:spPr>
              <a:xfrm>
                <a:off x="3031397" y="1727014"/>
                <a:ext cx="4775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F570826-3A48-0B3C-6219-F4E0E8DD5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397" y="1727014"/>
                <a:ext cx="477502" cy="276999"/>
              </a:xfrm>
              <a:prstGeom prst="rect">
                <a:avLst/>
              </a:prstGeom>
              <a:blipFill>
                <a:blip r:embed="rId5"/>
                <a:stretch>
                  <a:fillRect l="-6329" r="-16456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9087FB2-FE32-65B2-3888-4A0DCE181B87}"/>
                  </a:ext>
                </a:extLst>
              </p:cNvPr>
              <p:cNvSpPr txBox="1"/>
              <p:nvPr/>
            </p:nvSpPr>
            <p:spPr>
              <a:xfrm>
                <a:off x="6651836" y="1588514"/>
                <a:ext cx="4873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9087FB2-FE32-65B2-3888-4A0DCE181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836" y="1588514"/>
                <a:ext cx="487313" cy="276999"/>
              </a:xfrm>
              <a:prstGeom prst="rect">
                <a:avLst/>
              </a:prstGeom>
              <a:blipFill>
                <a:blip r:embed="rId6"/>
                <a:stretch>
                  <a:fillRect l="-11250" t="-4444" r="-17500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B413D85-563F-E251-01B8-D3BDEC0A44C0}"/>
                  </a:ext>
                </a:extLst>
              </p:cNvPr>
              <p:cNvSpPr txBox="1"/>
              <p:nvPr/>
            </p:nvSpPr>
            <p:spPr>
              <a:xfrm>
                <a:off x="4741473" y="3047083"/>
                <a:ext cx="1499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B413D85-563F-E251-01B8-D3BDEC0A4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473" y="3047083"/>
                <a:ext cx="149913" cy="276999"/>
              </a:xfrm>
              <a:prstGeom prst="rect">
                <a:avLst/>
              </a:prstGeom>
              <a:blipFill>
                <a:blip r:embed="rId7"/>
                <a:stretch>
                  <a:fillRect l="-37500" r="-29167"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25180A6-D277-4C64-6935-984E5B8B89A9}"/>
                  </a:ext>
                </a:extLst>
              </p:cNvPr>
              <p:cNvSpPr txBox="1"/>
              <p:nvPr/>
            </p:nvSpPr>
            <p:spPr>
              <a:xfrm>
                <a:off x="8874380" y="3479122"/>
                <a:ext cx="1499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25180A6-D277-4C64-6935-984E5B8B8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380" y="3479122"/>
                <a:ext cx="149913" cy="276999"/>
              </a:xfrm>
              <a:prstGeom prst="rect">
                <a:avLst/>
              </a:prstGeom>
              <a:blipFill>
                <a:blip r:embed="rId8"/>
                <a:stretch>
                  <a:fillRect l="-37500" r="-29167"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321AC5B5-892B-C9D3-3CB3-22752AE129D1}"/>
              </a:ext>
            </a:extLst>
          </p:cNvPr>
          <p:cNvSpPr txBox="1"/>
          <p:nvPr/>
        </p:nvSpPr>
        <p:spPr>
          <a:xfrm>
            <a:off x="2921583" y="2276722"/>
            <a:ext cx="34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3B8B36E-C79B-33F7-FCA8-D5828F083EFD}"/>
              </a:ext>
            </a:extLst>
          </p:cNvPr>
          <p:cNvSpPr txBox="1"/>
          <p:nvPr/>
        </p:nvSpPr>
        <p:spPr>
          <a:xfrm>
            <a:off x="7106973" y="3617621"/>
            <a:ext cx="34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93174C9-FF52-002A-589E-8CCB81942878}"/>
              </a:ext>
            </a:extLst>
          </p:cNvPr>
          <p:cNvSpPr txBox="1"/>
          <p:nvPr/>
        </p:nvSpPr>
        <p:spPr>
          <a:xfrm>
            <a:off x="3458776" y="2823130"/>
            <a:ext cx="34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914488-AC9D-C4D7-EF63-BF70ABF70905}"/>
              </a:ext>
            </a:extLst>
          </p:cNvPr>
          <p:cNvSpPr txBox="1"/>
          <p:nvPr/>
        </p:nvSpPr>
        <p:spPr>
          <a:xfrm>
            <a:off x="2045659" y="3208391"/>
            <a:ext cx="404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FCEBFD-1D66-D26E-0C68-418837794FC5}"/>
              </a:ext>
            </a:extLst>
          </p:cNvPr>
          <p:cNvSpPr txBox="1"/>
          <p:nvPr/>
        </p:nvSpPr>
        <p:spPr>
          <a:xfrm>
            <a:off x="2463672" y="3718464"/>
            <a:ext cx="457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88A8CC-4842-4CD3-F7DE-D674121F32D4}"/>
              </a:ext>
            </a:extLst>
          </p:cNvPr>
          <p:cNvSpPr txBox="1"/>
          <p:nvPr/>
        </p:nvSpPr>
        <p:spPr>
          <a:xfrm>
            <a:off x="6259746" y="2008633"/>
            <a:ext cx="34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B463E33-7203-2860-A703-A4C392BF4FEF}"/>
              </a:ext>
            </a:extLst>
          </p:cNvPr>
          <p:cNvSpPr txBox="1"/>
          <p:nvPr/>
        </p:nvSpPr>
        <p:spPr>
          <a:xfrm>
            <a:off x="7802537" y="3648977"/>
            <a:ext cx="34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2346258-2E3C-C293-A2C6-2525A1715046}"/>
              </a:ext>
            </a:extLst>
          </p:cNvPr>
          <p:cNvSpPr txBox="1"/>
          <p:nvPr/>
        </p:nvSpPr>
        <p:spPr>
          <a:xfrm>
            <a:off x="1119340" y="4476282"/>
            <a:ext cx="716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解：</a:t>
            </a:r>
            <a:endParaRPr lang="zh-CN" altLang="en-US" sz="2400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90DE300-913F-99F7-DD46-8DD9C0B211BA}"/>
              </a:ext>
            </a:extLst>
          </p:cNvPr>
          <p:cNvCxnSpPr/>
          <p:nvPr/>
        </p:nvCxnSpPr>
        <p:spPr>
          <a:xfrm>
            <a:off x="2638726" y="5589261"/>
            <a:ext cx="35805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9E25835-4189-4AB3-3C17-11B033D5290C}"/>
              </a:ext>
            </a:extLst>
          </p:cNvPr>
          <p:cNvCxnSpPr>
            <a:cxnSpLocks/>
          </p:cNvCxnSpPr>
          <p:nvPr/>
        </p:nvCxnSpPr>
        <p:spPr>
          <a:xfrm flipV="1">
            <a:off x="4429025" y="4248945"/>
            <a:ext cx="0" cy="24833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42AF088A-0DC0-914E-0E9A-55FECB6D22BD}"/>
              </a:ext>
            </a:extLst>
          </p:cNvPr>
          <p:cNvSpPr/>
          <p:nvPr/>
        </p:nvSpPr>
        <p:spPr>
          <a:xfrm>
            <a:off x="3707129" y="4865811"/>
            <a:ext cx="720000" cy="72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2F3F762-ECFB-8F45-3255-634DADA5AD46}"/>
              </a:ext>
            </a:extLst>
          </p:cNvPr>
          <p:cNvSpPr/>
          <p:nvPr/>
        </p:nvSpPr>
        <p:spPr>
          <a:xfrm>
            <a:off x="4427129" y="5585811"/>
            <a:ext cx="720000" cy="72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BCDE905-17C4-2881-199C-A3B19A293589}"/>
                  </a:ext>
                </a:extLst>
              </p:cNvPr>
              <p:cNvSpPr txBox="1"/>
              <p:nvPr/>
            </p:nvSpPr>
            <p:spPr>
              <a:xfrm>
                <a:off x="4550782" y="4129695"/>
                <a:ext cx="5001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BCDE905-17C4-2881-199C-A3B19A293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782" y="4129695"/>
                <a:ext cx="500137" cy="276999"/>
              </a:xfrm>
              <a:prstGeom prst="rect">
                <a:avLst/>
              </a:prstGeom>
              <a:blipFill>
                <a:blip r:embed="rId9"/>
                <a:stretch>
                  <a:fillRect l="-6098" r="-17073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EE0AC58-1939-EB84-9CA6-6A0012D9942A}"/>
                  </a:ext>
                </a:extLst>
              </p:cNvPr>
              <p:cNvSpPr txBox="1"/>
              <p:nvPr/>
            </p:nvSpPr>
            <p:spPr>
              <a:xfrm>
                <a:off x="6260858" y="5449764"/>
                <a:ext cx="1699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EE0AC58-1939-EB84-9CA6-6A0012D99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858" y="5449764"/>
                <a:ext cx="169918" cy="276999"/>
              </a:xfrm>
              <a:prstGeom prst="rect">
                <a:avLst/>
              </a:prstGeom>
              <a:blipFill>
                <a:blip r:embed="rId10"/>
                <a:stretch>
                  <a:fillRect l="-17857"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452DA73B-4D25-E0F7-D3DF-118FB9B2B9A0}"/>
              </a:ext>
            </a:extLst>
          </p:cNvPr>
          <p:cNvSpPr txBox="1"/>
          <p:nvPr/>
        </p:nvSpPr>
        <p:spPr>
          <a:xfrm>
            <a:off x="4440968" y="4679403"/>
            <a:ext cx="34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125A3AE-AF5D-623F-2A1B-76B2AE9818DF}"/>
              </a:ext>
            </a:extLst>
          </p:cNvPr>
          <p:cNvSpPr txBox="1"/>
          <p:nvPr/>
        </p:nvSpPr>
        <p:spPr>
          <a:xfrm>
            <a:off x="4978161" y="5225811"/>
            <a:ext cx="34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166BEA4-3B0D-8994-5536-2646D0930692}"/>
              </a:ext>
            </a:extLst>
          </p:cNvPr>
          <p:cNvSpPr txBox="1"/>
          <p:nvPr/>
        </p:nvSpPr>
        <p:spPr>
          <a:xfrm>
            <a:off x="3565044" y="5611072"/>
            <a:ext cx="404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3F025CA-B5FB-54AC-AEAD-6C8C014C3DB3}"/>
              </a:ext>
            </a:extLst>
          </p:cNvPr>
          <p:cNvSpPr txBox="1"/>
          <p:nvPr/>
        </p:nvSpPr>
        <p:spPr>
          <a:xfrm>
            <a:off x="3983057" y="6121145"/>
            <a:ext cx="457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37B2317-61D0-F9D8-B324-AA7794C1ED65}"/>
              </a:ext>
            </a:extLst>
          </p:cNvPr>
          <p:cNvSpPr txBox="1"/>
          <p:nvPr/>
        </p:nvSpPr>
        <p:spPr>
          <a:xfrm>
            <a:off x="2045659" y="4478991"/>
            <a:ext cx="8277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换元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24E07C5-A171-4257-4A0A-AE5E0D4AFCF1}"/>
              </a:ext>
            </a:extLst>
          </p:cNvPr>
          <p:cNvCxnSpPr>
            <a:cxnSpLocks/>
          </p:cNvCxnSpPr>
          <p:nvPr/>
        </p:nvCxnSpPr>
        <p:spPr>
          <a:xfrm>
            <a:off x="6921866" y="6172480"/>
            <a:ext cx="267582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2EE49E78-829B-1203-5EF6-2BEF40602501}"/>
              </a:ext>
            </a:extLst>
          </p:cNvPr>
          <p:cNvCxnSpPr>
            <a:cxnSpLocks/>
          </p:cNvCxnSpPr>
          <p:nvPr/>
        </p:nvCxnSpPr>
        <p:spPr>
          <a:xfrm flipV="1">
            <a:off x="7314897" y="4241571"/>
            <a:ext cx="0" cy="2293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3BB6C9AD-809B-93DC-24D8-08589DED3315}"/>
              </a:ext>
            </a:extLst>
          </p:cNvPr>
          <p:cNvSpPr/>
          <p:nvPr/>
        </p:nvSpPr>
        <p:spPr>
          <a:xfrm>
            <a:off x="8042625" y="4732480"/>
            <a:ext cx="720000" cy="144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91D6808B-E572-829E-E34D-DCB83BDD7F75}"/>
                  </a:ext>
                </a:extLst>
              </p:cNvPr>
              <p:cNvSpPr txBox="1"/>
              <p:nvPr/>
            </p:nvSpPr>
            <p:spPr>
              <a:xfrm>
                <a:off x="7424712" y="4127695"/>
                <a:ext cx="5081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91D6808B-E572-829E-E34D-DCB83BDD7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712" y="4127695"/>
                <a:ext cx="508152" cy="276999"/>
              </a:xfrm>
              <a:prstGeom prst="rect">
                <a:avLst/>
              </a:prstGeom>
              <a:blipFill>
                <a:blip r:embed="rId11"/>
                <a:stretch>
                  <a:fillRect l="-12048" t="-2174" r="-18072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7CCBE7BA-541C-F14E-F7BC-9D2A024BCE83}"/>
                  </a:ext>
                </a:extLst>
              </p:cNvPr>
              <p:cNvSpPr txBox="1"/>
              <p:nvPr/>
            </p:nvSpPr>
            <p:spPr>
              <a:xfrm>
                <a:off x="9647256" y="6018303"/>
                <a:ext cx="1635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7CCBE7BA-541C-F14E-F7BC-9D2A024BC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256" y="6018303"/>
                <a:ext cx="163506" cy="276999"/>
              </a:xfrm>
              <a:prstGeom prst="rect">
                <a:avLst/>
              </a:prstGeom>
              <a:blipFill>
                <a:blip r:embed="rId12"/>
                <a:stretch>
                  <a:fillRect l="-23077" r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本框 45">
            <a:extLst>
              <a:ext uri="{FF2B5EF4-FFF2-40B4-BE49-F238E27FC236}">
                <a16:creationId xmlns:a16="http://schemas.microsoft.com/office/drawing/2014/main" id="{46EE9C3C-8C2E-3E38-39AB-6A285F9A3271}"/>
              </a:ext>
            </a:extLst>
          </p:cNvPr>
          <p:cNvSpPr txBox="1"/>
          <p:nvPr/>
        </p:nvSpPr>
        <p:spPr>
          <a:xfrm>
            <a:off x="7879849" y="6156802"/>
            <a:ext cx="34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1CDBDEF-59E6-F8E9-B686-F0D6A3AC0099}"/>
              </a:ext>
            </a:extLst>
          </p:cNvPr>
          <p:cNvSpPr txBox="1"/>
          <p:nvPr/>
        </p:nvSpPr>
        <p:spPr>
          <a:xfrm>
            <a:off x="7032622" y="4547814"/>
            <a:ext cx="34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3190492-8618-86EF-0380-0835CC07B3B7}"/>
              </a:ext>
            </a:extLst>
          </p:cNvPr>
          <p:cNvSpPr txBox="1"/>
          <p:nvPr/>
        </p:nvSpPr>
        <p:spPr>
          <a:xfrm>
            <a:off x="8575413" y="6188158"/>
            <a:ext cx="34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8668662"/>
      </p:ext>
    </p:extLst>
  </p:cSld>
  <p:clrMapOvr>
    <a:masterClrMapping/>
  </p:clrMapOvr>
  <p:transition advTm="3656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0768" y="6356350"/>
            <a:ext cx="1153031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2346258-2E3C-C293-A2C6-2525A1715046}"/>
              </a:ext>
            </a:extLst>
          </p:cNvPr>
          <p:cNvSpPr txBox="1"/>
          <p:nvPr/>
        </p:nvSpPr>
        <p:spPr>
          <a:xfrm>
            <a:off x="1025071" y="819505"/>
            <a:ext cx="716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解：</a:t>
            </a:r>
            <a:endParaRPr lang="zh-CN" altLang="en-US" sz="24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37B2317-61D0-F9D8-B324-AA7794C1ED65}"/>
              </a:ext>
            </a:extLst>
          </p:cNvPr>
          <p:cNvSpPr txBox="1"/>
          <p:nvPr/>
        </p:nvSpPr>
        <p:spPr>
          <a:xfrm>
            <a:off x="2299857" y="1009364"/>
            <a:ext cx="8277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翻转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6F7059DC-D4AA-5BE4-CD93-9472FE477FCA}"/>
              </a:ext>
            </a:extLst>
          </p:cNvPr>
          <p:cNvGrpSpPr/>
          <p:nvPr/>
        </p:nvGrpSpPr>
        <p:grpSpPr>
          <a:xfrm>
            <a:off x="3246120" y="754558"/>
            <a:ext cx="2356233" cy="2407511"/>
            <a:chOff x="3246120" y="754558"/>
            <a:chExt cx="2356233" cy="2407511"/>
          </a:xfrm>
        </p:grpSpPr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524E07C5-A171-4257-4A0A-AE5E0D4AFCF1}"/>
                </a:ext>
              </a:extLst>
            </p:cNvPr>
            <p:cNvCxnSpPr>
              <a:cxnSpLocks/>
            </p:cNvCxnSpPr>
            <p:nvPr/>
          </p:nvCxnSpPr>
          <p:spPr>
            <a:xfrm>
              <a:off x="3246120" y="2815021"/>
              <a:ext cx="21526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2EE49E78-829B-1203-5EF6-2BEF406025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7441" y="868434"/>
              <a:ext cx="0" cy="22936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91D6808B-E572-829E-E34D-DCB83BDD7F75}"/>
                    </a:ext>
                  </a:extLst>
                </p:cNvPr>
                <p:cNvSpPr txBox="1"/>
                <p:nvPr/>
              </p:nvSpPr>
              <p:spPr>
                <a:xfrm>
                  <a:off x="5017256" y="754558"/>
                  <a:ext cx="58509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91D6808B-E572-829E-E34D-DCB83BDD7F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7256" y="754558"/>
                  <a:ext cx="58509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9375" t="-2222" r="-14583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CCBE7BA-541C-F14E-F7BC-9D2A024BCE83}"/>
                    </a:ext>
                  </a:extLst>
                </p:cNvPr>
                <p:cNvSpPr txBox="1"/>
                <p:nvPr/>
              </p:nvSpPr>
              <p:spPr>
                <a:xfrm>
                  <a:off x="5398770" y="2815021"/>
                  <a:ext cx="1635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CCBE7BA-541C-F14E-F7BC-9D2A024BCE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8770" y="2815021"/>
                  <a:ext cx="16350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3077" r="-192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46EE9C3C-8C2E-3E38-39AB-6A285F9A3271}"/>
                </a:ext>
              </a:extLst>
            </p:cNvPr>
            <p:cNvSpPr txBox="1"/>
            <p:nvPr/>
          </p:nvSpPr>
          <p:spPr>
            <a:xfrm>
              <a:off x="4052561" y="2792737"/>
              <a:ext cx="409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1CDBDEF-59E6-F8E9-B686-F0D6A3AC0099}"/>
                </a:ext>
              </a:extLst>
            </p:cNvPr>
            <p:cNvSpPr txBox="1"/>
            <p:nvPr/>
          </p:nvSpPr>
          <p:spPr>
            <a:xfrm>
              <a:off x="4625166" y="1174677"/>
              <a:ext cx="3498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73190492-8618-86EF-0380-0835CC07B3B7}"/>
                </a:ext>
              </a:extLst>
            </p:cNvPr>
            <p:cNvSpPr txBox="1"/>
            <p:nvPr/>
          </p:nvSpPr>
          <p:spPr>
            <a:xfrm>
              <a:off x="3305016" y="2783665"/>
              <a:ext cx="409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1CBE7A3-35F8-63DE-4115-D5ABFE0427C1}"/>
                </a:ext>
              </a:extLst>
            </p:cNvPr>
            <p:cNvSpPr/>
            <p:nvPr/>
          </p:nvSpPr>
          <p:spPr>
            <a:xfrm>
              <a:off x="3459714" y="1375021"/>
              <a:ext cx="720000" cy="144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9D657511-1533-9905-DAF7-E30D3591D67A}"/>
                </a:ext>
              </a:extLst>
            </p:cNvPr>
            <p:cNvSpPr txBox="1"/>
            <p:nvPr/>
          </p:nvSpPr>
          <p:spPr>
            <a:xfrm>
              <a:off x="4860329" y="2783665"/>
              <a:ext cx="409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21336E72-C84E-6C4E-432F-22DCE8E5662D}"/>
              </a:ext>
            </a:extLst>
          </p:cNvPr>
          <p:cNvSpPr txBox="1"/>
          <p:nvPr/>
        </p:nvSpPr>
        <p:spPr>
          <a:xfrm>
            <a:off x="8087222" y="1017242"/>
            <a:ext cx="8277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平移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F315012D-CDB8-E9FD-5F32-63F7CC00A04D}"/>
              </a:ext>
            </a:extLst>
          </p:cNvPr>
          <p:cNvGrpSpPr/>
          <p:nvPr/>
        </p:nvGrpSpPr>
        <p:grpSpPr>
          <a:xfrm>
            <a:off x="8757289" y="763130"/>
            <a:ext cx="2651185" cy="2407511"/>
            <a:chOff x="8756244" y="777493"/>
            <a:chExt cx="2651185" cy="2407511"/>
          </a:xfrm>
        </p:grpSpPr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18C6F567-E4FB-9700-BB3E-ABE1CF13CC54}"/>
                </a:ext>
              </a:extLst>
            </p:cNvPr>
            <p:cNvCxnSpPr>
              <a:cxnSpLocks/>
            </p:cNvCxnSpPr>
            <p:nvPr/>
          </p:nvCxnSpPr>
          <p:spPr>
            <a:xfrm>
              <a:off x="8756244" y="2837956"/>
              <a:ext cx="21526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CD0566EA-EACA-6229-3F00-E6BC552CDF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17565" y="891369"/>
              <a:ext cx="0" cy="229363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60E5AB4F-32CE-2489-B548-072D7A7DA6C5}"/>
                    </a:ext>
                  </a:extLst>
                </p:cNvPr>
                <p:cNvSpPr txBox="1"/>
                <p:nvPr/>
              </p:nvSpPr>
              <p:spPr>
                <a:xfrm>
                  <a:off x="10527380" y="777493"/>
                  <a:ext cx="880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60E5AB4F-32CE-2489-B548-072D7A7DA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7380" y="777493"/>
                  <a:ext cx="880049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6250" t="-2174" r="-9722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E45184B2-FDF4-741F-DE16-643BA9DFB860}"/>
                    </a:ext>
                  </a:extLst>
                </p:cNvPr>
                <p:cNvSpPr txBox="1"/>
                <p:nvPr/>
              </p:nvSpPr>
              <p:spPr>
                <a:xfrm>
                  <a:off x="10908894" y="2837956"/>
                  <a:ext cx="1635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E45184B2-FDF4-741F-DE16-643BA9DFB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8894" y="2837956"/>
                  <a:ext cx="16350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2222" r="-148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A08D89C-FD08-07C1-55CE-EC65FCE7E1E5}"/>
                </a:ext>
              </a:extLst>
            </p:cNvPr>
            <p:cNvSpPr txBox="1"/>
            <p:nvPr/>
          </p:nvSpPr>
          <p:spPr>
            <a:xfrm>
              <a:off x="9562685" y="2815672"/>
              <a:ext cx="492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C5FA9942-BF6D-4334-8F54-FACFA45370DA}"/>
                </a:ext>
              </a:extLst>
            </p:cNvPr>
            <p:cNvSpPr txBox="1"/>
            <p:nvPr/>
          </p:nvSpPr>
          <p:spPr>
            <a:xfrm>
              <a:off x="10135290" y="1197612"/>
              <a:ext cx="3498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61F5807A-0350-E361-D80F-742BE263B3A6}"/>
                </a:ext>
              </a:extLst>
            </p:cNvPr>
            <p:cNvSpPr txBox="1"/>
            <p:nvPr/>
          </p:nvSpPr>
          <p:spPr>
            <a:xfrm>
              <a:off x="8815140" y="2806600"/>
              <a:ext cx="5784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F77C21B-4FBD-7CBF-5D61-0CADFF09D831}"/>
                </a:ext>
              </a:extLst>
            </p:cNvPr>
            <p:cNvSpPr/>
            <p:nvPr/>
          </p:nvSpPr>
          <p:spPr>
            <a:xfrm>
              <a:off x="8969838" y="1397956"/>
              <a:ext cx="720000" cy="144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C2134CE2-FE81-F606-9E9E-10B7FAD6BDCB}"/>
                </a:ext>
              </a:extLst>
            </p:cNvPr>
            <p:cNvSpPr txBox="1"/>
            <p:nvPr/>
          </p:nvSpPr>
          <p:spPr>
            <a:xfrm>
              <a:off x="10370453" y="2806600"/>
              <a:ext cx="409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67" name="对象 66">
            <a:extLst>
              <a:ext uri="{FF2B5EF4-FFF2-40B4-BE49-F238E27FC236}">
                <a16:creationId xmlns:a16="http://schemas.microsoft.com/office/drawing/2014/main" id="{1BA7686A-51AD-8F0A-412E-A1E4ACF894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050425"/>
              </p:ext>
            </p:extLst>
          </p:nvPr>
        </p:nvGraphicFramePr>
        <p:xfrm>
          <a:off x="1158469" y="3259567"/>
          <a:ext cx="1092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880" imgH="279360" progId="Equation.DSMT4">
                  <p:embed/>
                </p:oleObj>
              </mc:Choice>
              <mc:Fallback>
                <p:oleObj name="Equation" r:id="rId8" imgW="10918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58469" y="3259567"/>
                        <a:ext cx="1092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箭头: 右 67">
            <a:extLst>
              <a:ext uri="{FF2B5EF4-FFF2-40B4-BE49-F238E27FC236}">
                <a16:creationId xmlns:a16="http://schemas.microsoft.com/office/drawing/2014/main" id="{20F5C9F3-C0DD-A451-791E-789CC72D6EF0}"/>
              </a:ext>
            </a:extLst>
          </p:cNvPr>
          <p:cNvSpPr/>
          <p:nvPr/>
        </p:nvSpPr>
        <p:spPr>
          <a:xfrm>
            <a:off x="2505185" y="3350684"/>
            <a:ext cx="358879" cy="1684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9" name="对象 68">
            <a:extLst>
              <a:ext uri="{FF2B5EF4-FFF2-40B4-BE49-F238E27FC236}">
                <a16:creationId xmlns:a16="http://schemas.microsoft.com/office/drawing/2014/main" id="{02E05AB2-11D6-CF9A-BC58-F357701A94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689033"/>
              </p:ext>
            </p:extLst>
          </p:nvPr>
        </p:nvGraphicFramePr>
        <p:xfrm>
          <a:off x="3149498" y="3250194"/>
          <a:ext cx="571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1320" imgH="279360" progId="Equation.DSMT4">
                  <p:embed/>
                </p:oleObj>
              </mc:Choice>
              <mc:Fallback>
                <p:oleObj name="Equation" r:id="rId10" imgW="5713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49498" y="3250194"/>
                        <a:ext cx="571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85B0B0C3-3275-96EE-85E8-B2F1D98302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573322"/>
              </p:ext>
            </p:extLst>
          </p:nvPr>
        </p:nvGraphicFramePr>
        <p:xfrm>
          <a:off x="4676335" y="3130550"/>
          <a:ext cx="3378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77880" imgH="596880" progId="Equation.DSMT4">
                  <p:embed/>
                </p:oleObj>
              </mc:Choice>
              <mc:Fallback>
                <p:oleObj name="Equation" r:id="rId12" imgW="33778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676335" y="3130550"/>
                        <a:ext cx="3378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546E5AFF-2771-03BF-887F-55729F4D45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121188"/>
              </p:ext>
            </p:extLst>
          </p:nvPr>
        </p:nvGraphicFramePr>
        <p:xfrm>
          <a:off x="1018817" y="3682069"/>
          <a:ext cx="1244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44520" imgH="863280" progId="Equation.DSMT4">
                  <p:embed/>
                </p:oleObj>
              </mc:Choice>
              <mc:Fallback>
                <p:oleObj name="Equation" r:id="rId14" imgW="124452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18817" y="3682069"/>
                        <a:ext cx="12446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" name="组合 93">
            <a:extLst>
              <a:ext uri="{FF2B5EF4-FFF2-40B4-BE49-F238E27FC236}">
                <a16:creationId xmlns:a16="http://schemas.microsoft.com/office/drawing/2014/main" id="{08471A55-7B96-E3E0-410E-3E939B520927}"/>
              </a:ext>
            </a:extLst>
          </p:cNvPr>
          <p:cNvGrpSpPr/>
          <p:nvPr/>
        </p:nvGrpSpPr>
        <p:grpSpPr>
          <a:xfrm>
            <a:off x="9254062" y="3218931"/>
            <a:ext cx="2673000" cy="2602567"/>
            <a:chOff x="9254062" y="3218931"/>
            <a:chExt cx="2673000" cy="2602567"/>
          </a:xfrm>
        </p:grpSpPr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3B2CB5A3-C7B8-239F-A3FA-FC2B582A556E}"/>
                </a:ext>
              </a:extLst>
            </p:cNvPr>
            <p:cNvCxnSpPr>
              <a:cxnSpLocks/>
            </p:cNvCxnSpPr>
            <p:nvPr/>
          </p:nvCxnSpPr>
          <p:spPr>
            <a:xfrm>
              <a:off x="9254062" y="4684379"/>
              <a:ext cx="244410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3869CA6C-8EE7-7ADE-B7B2-1C4B2806D9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1732" y="3338181"/>
              <a:ext cx="0" cy="24833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DF3F6A51-4973-2FEB-5F32-D506BB2FD6F2}"/>
                </a:ext>
              </a:extLst>
            </p:cNvPr>
            <p:cNvSpPr/>
            <p:nvPr/>
          </p:nvSpPr>
          <p:spPr>
            <a:xfrm>
              <a:off x="9709836" y="3955047"/>
              <a:ext cx="720000" cy="72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10962DD3-3E00-9EC1-4534-F6BC0895A377}"/>
                </a:ext>
              </a:extLst>
            </p:cNvPr>
            <p:cNvSpPr/>
            <p:nvPr/>
          </p:nvSpPr>
          <p:spPr>
            <a:xfrm>
              <a:off x="10429836" y="4675047"/>
              <a:ext cx="720000" cy="72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6EB7041C-DD67-E07D-F003-B7D257B78BA9}"/>
                    </a:ext>
                  </a:extLst>
                </p:cNvPr>
                <p:cNvSpPr txBox="1"/>
                <p:nvPr/>
              </p:nvSpPr>
              <p:spPr>
                <a:xfrm>
                  <a:off x="10553489" y="3218931"/>
                  <a:ext cx="5001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6EB7041C-DD67-E07D-F003-B7D257B78B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3489" y="3218931"/>
                  <a:ext cx="500137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6098" r="-17073" b="-3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FA8B52EA-B1B2-C9D0-24C0-C233C3AF563A}"/>
                    </a:ext>
                  </a:extLst>
                </p:cNvPr>
                <p:cNvSpPr txBox="1"/>
                <p:nvPr/>
              </p:nvSpPr>
              <p:spPr>
                <a:xfrm>
                  <a:off x="11757144" y="4634383"/>
                  <a:ext cx="1699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FA8B52EA-B1B2-C9D0-24C0-C233C3AF56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57144" y="4634383"/>
                  <a:ext cx="169918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7857"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E12FD0B5-1128-E0FA-3E68-10A4F6A73EC3}"/>
                </a:ext>
              </a:extLst>
            </p:cNvPr>
            <p:cNvSpPr txBox="1"/>
            <p:nvPr/>
          </p:nvSpPr>
          <p:spPr>
            <a:xfrm>
              <a:off x="10443675" y="3768639"/>
              <a:ext cx="3498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794BE53F-3842-12CA-B0C9-444C9096AC4F}"/>
                </a:ext>
              </a:extLst>
            </p:cNvPr>
            <p:cNvSpPr txBox="1"/>
            <p:nvPr/>
          </p:nvSpPr>
          <p:spPr>
            <a:xfrm>
              <a:off x="10980868" y="4315047"/>
              <a:ext cx="3498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4B3FE26E-1D90-3910-22A3-40AAFCA0ED42}"/>
                </a:ext>
              </a:extLst>
            </p:cNvPr>
            <p:cNvSpPr txBox="1"/>
            <p:nvPr/>
          </p:nvSpPr>
          <p:spPr>
            <a:xfrm>
              <a:off x="9567751" y="4700308"/>
              <a:ext cx="404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5E97D81-10CF-EB7E-6718-A87EF722E195}"/>
                </a:ext>
              </a:extLst>
            </p:cNvPr>
            <p:cNvSpPr txBox="1"/>
            <p:nvPr/>
          </p:nvSpPr>
          <p:spPr>
            <a:xfrm>
              <a:off x="9985764" y="5210381"/>
              <a:ext cx="4579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67873E6C-AB87-B4BB-E4FA-FA2253585A90}"/>
                </a:ext>
              </a:extLst>
            </p:cNvPr>
            <p:cNvSpPr txBox="1"/>
            <p:nvPr/>
          </p:nvSpPr>
          <p:spPr>
            <a:xfrm>
              <a:off x="10451239" y="4648130"/>
              <a:ext cx="409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3" name="箭头: 右 72">
            <a:extLst>
              <a:ext uri="{FF2B5EF4-FFF2-40B4-BE49-F238E27FC236}">
                <a16:creationId xmlns:a16="http://schemas.microsoft.com/office/drawing/2014/main" id="{7BEBC046-9E29-C605-66C8-4C98B2E9128A}"/>
              </a:ext>
            </a:extLst>
          </p:cNvPr>
          <p:cNvSpPr/>
          <p:nvPr/>
        </p:nvSpPr>
        <p:spPr>
          <a:xfrm>
            <a:off x="2503330" y="4028090"/>
            <a:ext cx="358879" cy="1684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913A256C-1827-CFF6-2EC1-C264CE73A0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117971"/>
              </p:ext>
            </p:extLst>
          </p:nvPr>
        </p:nvGraphicFramePr>
        <p:xfrm>
          <a:off x="3047707" y="3969546"/>
          <a:ext cx="965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65160" imgH="279360" progId="Equation.DSMT4">
                  <p:embed/>
                </p:oleObj>
              </mc:Choice>
              <mc:Fallback>
                <p:oleObj name="Equation" r:id="rId18" imgW="9651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047707" y="3969546"/>
                        <a:ext cx="965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对象 74">
            <a:extLst>
              <a:ext uri="{FF2B5EF4-FFF2-40B4-BE49-F238E27FC236}">
                <a16:creationId xmlns:a16="http://schemas.microsoft.com/office/drawing/2014/main" id="{56D74A0B-0755-87EA-5460-A478C12717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6720240"/>
              </p:ext>
            </p:extLst>
          </p:nvPr>
        </p:nvGraphicFramePr>
        <p:xfrm>
          <a:off x="4654104" y="3787584"/>
          <a:ext cx="2260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60440" imgH="596880" progId="Equation.DSMT4">
                  <p:embed/>
                </p:oleObj>
              </mc:Choice>
              <mc:Fallback>
                <p:oleObj name="Equation" r:id="rId20" imgW="22604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654104" y="3787584"/>
                        <a:ext cx="2260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E9FE255E-FB24-5A8D-CD59-B68C47DE4E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045700"/>
              </p:ext>
            </p:extLst>
          </p:nvPr>
        </p:nvGraphicFramePr>
        <p:xfrm>
          <a:off x="1006976" y="4633483"/>
          <a:ext cx="1155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55600" imgH="863280" progId="Equation.DSMT4">
                  <p:embed/>
                </p:oleObj>
              </mc:Choice>
              <mc:Fallback>
                <p:oleObj name="Equation" r:id="rId22" imgW="115560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06976" y="4633483"/>
                        <a:ext cx="11557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箭头: 右 78">
            <a:extLst>
              <a:ext uri="{FF2B5EF4-FFF2-40B4-BE49-F238E27FC236}">
                <a16:creationId xmlns:a16="http://schemas.microsoft.com/office/drawing/2014/main" id="{43AACA4D-2D4F-00EF-000B-A3EE551B8845}"/>
              </a:ext>
            </a:extLst>
          </p:cNvPr>
          <p:cNvSpPr/>
          <p:nvPr/>
        </p:nvSpPr>
        <p:spPr>
          <a:xfrm>
            <a:off x="2498110" y="4945002"/>
            <a:ext cx="358879" cy="1684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4EA198BE-D842-C668-9A66-86D37332BC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388679"/>
              </p:ext>
            </p:extLst>
          </p:nvPr>
        </p:nvGraphicFramePr>
        <p:xfrm>
          <a:off x="3009708" y="4900183"/>
          <a:ext cx="965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65160" imgH="279360" progId="Equation.DSMT4">
                  <p:embed/>
                </p:oleObj>
              </mc:Choice>
              <mc:Fallback>
                <p:oleObj name="Equation" r:id="rId24" imgW="9651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009708" y="4900183"/>
                        <a:ext cx="965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对象 80">
            <a:extLst>
              <a:ext uri="{FF2B5EF4-FFF2-40B4-BE49-F238E27FC236}">
                <a16:creationId xmlns:a16="http://schemas.microsoft.com/office/drawing/2014/main" id="{EED68165-5D82-0756-E0D3-499321E04C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136766"/>
              </p:ext>
            </p:extLst>
          </p:nvPr>
        </p:nvGraphicFramePr>
        <p:xfrm>
          <a:off x="4667300" y="4684379"/>
          <a:ext cx="4038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038480" imgH="596880" progId="Equation.DSMT4">
                  <p:embed/>
                </p:oleObj>
              </mc:Choice>
              <mc:Fallback>
                <p:oleObj name="Equation" r:id="rId26" imgW="40384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667300" y="4684379"/>
                        <a:ext cx="4038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324993F6-04D3-A495-5DD5-D1493F09A6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985988"/>
              </p:ext>
            </p:extLst>
          </p:nvPr>
        </p:nvGraphicFramePr>
        <p:xfrm>
          <a:off x="981075" y="5579713"/>
          <a:ext cx="1155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55600" imgH="863280" progId="Equation.DSMT4">
                  <p:embed/>
                </p:oleObj>
              </mc:Choice>
              <mc:Fallback>
                <p:oleObj name="Equation" r:id="rId28" imgW="1155600" imgH="86328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E9FE255E-FB24-5A8D-CD59-B68C47DE4E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81075" y="5579713"/>
                        <a:ext cx="11557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箭头: 右 82">
            <a:extLst>
              <a:ext uri="{FF2B5EF4-FFF2-40B4-BE49-F238E27FC236}">
                <a16:creationId xmlns:a16="http://schemas.microsoft.com/office/drawing/2014/main" id="{757F6831-2892-48A4-3A00-B66FA45F26DA}"/>
              </a:ext>
            </a:extLst>
          </p:cNvPr>
          <p:cNvSpPr/>
          <p:nvPr/>
        </p:nvSpPr>
        <p:spPr>
          <a:xfrm>
            <a:off x="2498110" y="5837819"/>
            <a:ext cx="358879" cy="1684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935FEBA3-EE1C-AF38-7F81-FC76E71FD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465241"/>
              </p:ext>
            </p:extLst>
          </p:nvPr>
        </p:nvGraphicFramePr>
        <p:xfrm>
          <a:off x="3009708" y="5748711"/>
          <a:ext cx="1003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002960" imgH="279360" progId="Equation.DSMT4">
                  <p:embed/>
                </p:oleObj>
              </mc:Choice>
              <mc:Fallback>
                <p:oleObj name="Equation" r:id="rId30" imgW="1002960" imgH="279360" progId="Equation.DSMT4">
                  <p:embed/>
                  <p:pic>
                    <p:nvPicPr>
                      <p:cNvPr id="80" name="对象 79">
                        <a:extLst>
                          <a:ext uri="{FF2B5EF4-FFF2-40B4-BE49-F238E27FC236}">
                            <a16:creationId xmlns:a16="http://schemas.microsoft.com/office/drawing/2014/main" id="{4EA198BE-D842-C668-9A66-86D37332BC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009708" y="5748711"/>
                        <a:ext cx="1003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14CCB419-7734-6D6B-C81B-317A77B47C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931345"/>
              </p:ext>
            </p:extLst>
          </p:nvPr>
        </p:nvGraphicFramePr>
        <p:xfrm>
          <a:off x="4654104" y="5577097"/>
          <a:ext cx="2832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831760" imgH="596880" progId="Equation.DSMT4">
                  <p:embed/>
                </p:oleObj>
              </mc:Choice>
              <mc:Fallback>
                <p:oleObj name="Equation" r:id="rId32" imgW="2831760" imgH="596880" progId="Equation.DSMT4">
                  <p:embed/>
                  <p:pic>
                    <p:nvPicPr>
                      <p:cNvPr id="81" name="对象 80">
                        <a:extLst>
                          <a:ext uri="{FF2B5EF4-FFF2-40B4-BE49-F238E27FC236}">
                            <a16:creationId xmlns:a16="http://schemas.microsoft.com/office/drawing/2014/main" id="{EED68165-5D82-0756-E0D3-499321E04C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654104" y="5577097"/>
                        <a:ext cx="2832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7" name="图片 86">
            <a:extLst>
              <a:ext uri="{FF2B5EF4-FFF2-40B4-BE49-F238E27FC236}">
                <a16:creationId xmlns:a16="http://schemas.microsoft.com/office/drawing/2014/main" id="{A82FF29E-7B3B-7969-0266-A013FB17FAB8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036091" y="3218931"/>
            <a:ext cx="1286367" cy="1889924"/>
          </a:xfrm>
          <a:prstGeom prst="rect">
            <a:avLst/>
          </a:prstGeom>
        </p:spPr>
      </p:pic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5F6F3180-46ED-021C-5328-0D75AE86FB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005966"/>
              </p:ext>
            </p:extLst>
          </p:nvPr>
        </p:nvGraphicFramePr>
        <p:xfrm>
          <a:off x="3079256" y="6499948"/>
          <a:ext cx="558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558720" imgH="279360" progId="Equation.DSMT4">
                  <p:embed/>
                </p:oleObj>
              </mc:Choice>
              <mc:Fallback>
                <p:oleObj name="Equation" r:id="rId35" imgW="5587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079256" y="6499948"/>
                        <a:ext cx="558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对象 88">
            <a:extLst>
              <a:ext uri="{FF2B5EF4-FFF2-40B4-BE49-F238E27FC236}">
                <a16:creationId xmlns:a16="http://schemas.microsoft.com/office/drawing/2014/main" id="{CE7F4934-1E0E-7587-BF09-5F4E803E6C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65770"/>
              </p:ext>
            </p:extLst>
          </p:nvPr>
        </p:nvGraphicFramePr>
        <p:xfrm>
          <a:off x="4625166" y="6275823"/>
          <a:ext cx="3378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78852" imgH="597621" progId="Equation.DSMT4">
                  <p:embed/>
                </p:oleObj>
              </mc:Choice>
              <mc:Fallback>
                <p:oleObj name="Equation" r:id="rId12" imgW="3378852" imgH="59762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625166" y="6275823"/>
                        <a:ext cx="3378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对象 89">
            <a:extLst>
              <a:ext uri="{FF2B5EF4-FFF2-40B4-BE49-F238E27FC236}">
                <a16:creationId xmlns:a16="http://schemas.microsoft.com/office/drawing/2014/main" id="{EB175D34-4AFD-776A-19CA-F1438DC06A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655484"/>
              </p:ext>
            </p:extLst>
          </p:nvPr>
        </p:nvGraphicFramePr>
        <p:xfrm>
          <a:off x="1131315" y="6516282"/>
          <a:ext cx="952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952200" imgH="279360" progId="Equation.DSMT4">
                  <p:embed/>
                </p:oleObj>
              </mc:Choice>
              <mc:Fallback>
                <p:oleObj name="Equation" r:id="rId38" imgW="952200" imgH="27936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1BA7686A-51AD-8F0A-412E-A1E4ACF894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131315" y="6516282"/>
                        <a:ext cx="952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箭头: 右 90">
            <a:extLst>
              <a:ext uri="{FF2B5EF4-FFF2-40B4-BE49-F238E27FC236}">
                <a16:creationId xmlns:a16="http://schemas.microsoft.com/office/drawing/2014/main" id="{2DA665DA-EC5E-E7D4-79A9-9364E91E5600}"/>
              </a:ext>
            </a:extLst>
          </p:cNvPr>
          <p:cNvSpPr/>
          <p:nvPr/>
        </p:nvSpPr>
        <p:spPr>
          <a:xfrm>
            <a:off x="2497650" y="6591097"/>
            <a:ext cx="358879" cy="1684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5" name="图片 94">
            <a:extLst>
              <a:ext uri="{FF2B5EF4-FFF2-40B4-BE49-F238E27FC236}">
                <a16:creationId xmlns:a16="http://schemas.microsoft.com/office/drawing/2014/main" id="{2BA753F5-856A-9041-4C51-8EA3A2D30CC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774862" y="3223318"/>
            <a:ext cx="1286367" cy="1889924"/>
          </a:xfrm>
          <a:prstGeom prst="rect">
            <a:avLst/>
          </a:prstGeom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078AFCC1-EB29-BCB3-E961-550FE9CC5F57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587006" y="3223318"/>
            <a:ext cx="1286367" cy="1889924"/>
          </a:xfrm>
          <a:prstGeom prst="rect">
            <a:avLst/>
          </a:prstGeom>
        </p:spPr>
      </p:pic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DDF80F0F-8F19-783D-8780-C32C6AFB76D0}"/>
              </a:ext>
            </a:extLst>
          </p:cNvPr>
          <p:cNvGrpSpPr/>
          <p:nvPr/>
        </p:nvGrpSpPr>
        <p:grpSpPr>
          <a:xfrm>
            <a:off x="910314" y="1206235"/>
            <a:ext cx="1849647" cy="2001780"/>
            <a:chOff x="-869641" y="1281170"/>
            <a:chExt cx="1849647" cy="2001780"/>
          </a:xfrm>
        </p:grpSpPr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429750CF-8B77-37A2-9AE5-0AD6782034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72956" y="2436820"/>
              <a:ext cx="1649256" cy="635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76F291DB-F7B8-FA83-3604-7ADA3FF075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68050" y="1471029"/>
              <a:ext cx="12202" cy="18119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82775961-22E1-320D-D5C1-6CA65736B524}"/>
                    </a:ext>
                  </a:extLst>
                </p:cNvPr>
                <p:cNvSpPr txBox="1"/>
                <p:nvPr/>
              </p:nvSpPr>
              <p:spPr>
                <a:xfrm>
                  <a:off x="-515627" y="1281170"/>
                  <a:ext cx="48410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82775961-22E1-320D-D5C1-6CA65736B5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15627" y="1281170"/>
                  <a:ext cx="484107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11250" r="-16250" b="-3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40627C06-AFBD-7D8B-3927-CBEDF59107D8}"/>
                    </a:ext>
                  </a:extLst>
                </p:cNvPr>
                <p:cNvSpPr txBox="1"/>
                <p:nvPr/>
              </p:nvSpPr>
              <p:spPr>
                <a:xfrm>
                  <a:off x="830093" y="2424035"/>
                  <a:ext cx="14991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40627C06-AFBD-7D8B-3927-CBEDF59107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093" y="2424035"/>
                  <a:ext cx="149913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32000" r="-28000" b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D8F2D3BF-1610-5944-CB5A-6A9A4999162B}"/>
                </a:ext>
              </a:extLst>
            </p:cNvPr>
            <p:cNvSpPr txBox="1"/>
            <p:nvPr/>
          </p:nvSpPr>
          <p:spPr>
            <a:xfrm>
              <a:off x="-830892" y="1552581"/>
              <a:ext cx="3498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363B4C99-6E30-B2DD-109C-F7E8B5123539}"/>
                </a:ext>
              </a:extLst>
            </p:cNvPr>
            <p:cNvSpPr txBox="1"/>
            <p:nvPr/>
          </p:nvSpPr>
          <p:spPr>
            <a:xfrm>
              <a:off x="-356554" y="2366186"/>
              <a:ext cx="404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BFAA4640-C2C1-9237-AE1C-DC1B3A885CF2}"/>
                </a:ext>
              </a:extLst>
            </p:cNvPr>
            <p:cNvSpPr txBox="1"/>
            <p:nvPr/>
          </p:nvSpPr>
          <p:spPr>
            <a:xfrm>
              <a:off x="-625935" y="2393565"/>
              <a:ext cx="4579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B3452F9F-720C-9A4B-BD98-CB085297AEC9}"/>
                </a:ext>
              </a:extLst>
            </p:cNvPr>
            <p:cNvSpPr txBox="1"/>
            <p:nvPr/>
          </p:nvSpPr>
          <p:spPr>
            <a:xfrm>
              <a:off x="39389" y="2366186"/>
              <a:ext cx="404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3840F77F-A472-500C-72E4-17F36D2F540E}"/>
                </a:ext>
              </a:extLst>
            </p:cNvPr>
            <p:cNvSpPr txBox="1"/>
            <p:nvPr/>
          </p:nvSpPr>
          <p:spPr>
            <a:xfrm>
              <a:off x="410048" y="2366186"/>
              <a:ext cx="404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F96067A8-72BB-B5B5-6658-1D495B028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09989" y="2353486"/>
              <a:ext cx="0" cy="8015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74A793E8-4ADF-27A1-C8D7-0C5A4DEC9C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536" y="2353486"/>
              <a:ext cx="0" cy="8015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A7543083-5D2D-38B5-DF88-654F08E49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311" y="2356661"/>
              <a:ext cx="0" cy="8015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D94EE903-22A8-843B-0B5D-8CAF93EFBDA9}"/>
                </a:ext>
              </a:extLst>
            </p:cNvPr>
            <p:cNvCxnSpPr>
              <a:cxnSpLocks/>
            </p:cNvCxnSpPr>
            <p:nvPr/>
          </p:nvCxnSpPr>
          <p:spPr>
            <a:xfrm>
              <a:off x="-555350" y="1748554"/>
              <a:ext cx="5687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368FC042-253E-5304-75A6-C250AFE4AF42}"/>
                </a:ext>
              </a:extLst>
            </p:cNvPr>
            <p:cNvCxnSpPr>
              <a:cxnSpLocks/>
            </p:cNvCxnSpPr>
            <p:nvPr/>
          </p:nvCxnSpPr>
          <p:spPr>
            <a:xfrm>
              <a:off x="-568050" y="3066179"/>
              <a:ext cx="5687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15FBC6C2-3EE2-803D-3C3F-9D857E6BB803}"/>
                </a:ext>
              </a:extLst>
            </p:cNvPr>
            <p:cNvSpPr txBox="1"/>
            <p:nvPr/>
          </p:nvSpPr>
          <p:spPr>
            <a:xfrm>
              <a:off x="-869641" y="2865217"/>
              <a:ext cx="409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88BF0AF3-37CE-53BD-341F-D6DFA2F05F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69654" y="1748554"/>
              <a:ext cx="326771" cy="7011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569FC0D0-D491-06E6-8A76-BCDFD0ECE263}"/>
                </a:ext>
              </a:extLst>
            </p:cNvPr>
            <p:cNvCxnSpPr>
              <a:cxnSpLocks/>
            </p:cNvCxnSpPr>
            <p:nvPr/>
          </p:nvCxnSpPr>
          <p:spPr>
            <a:xfrm>
              <a:off x="-244504" y="1754142"/>
              <a:ext cx="408628" cy="129574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C77626F2-E832-3BF5-F1BB-6CD326210B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576" y="2449726"/>
              <a:ext cx="358659" cy="6049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19920013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38" grpId="0"/>
      <p:bldP spid="68" grpId="0" animBg="1"/>
      <p:bldP spid="73" grpId="0" animBg="1"/>
      <p:bldP spid="79" grpId="0" animBg="1"/>
      <p:bldP spid="83" grpId="0" animBg="1"/>
      <p:bldP spid="9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062239B-FA27-4888-9441-A33C39DD70DD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025071" y="768590"/>
                <a:ext cx="9753600" cy="95842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buClr>
                    <a:srgbClr val="CC0000"/>
                  </a:buClr>
                  <a:buSzPct val="70000"/>
                  <a:buFont typeface="Wingdings" pitchFamily="2" charset="2"/>
                  <a:buNone/>
                </a:pPr>
                <a:r>
                  <a:rPr lang="en-US" altLang="zh-CN" sz="2600" b="1" dirty="0">
                    <a:solidFill>
                      <a:srgbClr val="26252A"/>
                    </a:solidFill>
                    <a:latin typeface="Times New Roman" panose="02020603050405020304" pitchFamily="18" charset="0"/>
                    <a:ea typeface="微软雅黑" pitchFamily="34" charset="-122"/>
                    <a:cs typeface="Times New Roman" pitchFamily="18" charset="0"/>
                  </a:rPr>
                  <a:t>2.3 </a:t>
                </a:r>
                <a:r>
                  <a:rPr lang="zh-CN" altLang="en-US" sz="2600" b="1" dirty="0">
                    <a:solidFill>
                      <a:srgbClr val="26252A"/>
                    </a:solidFill>
                    <a:latin typeface="Times New Roman" panose="02020603050405020304" pitchFamily="18" charset="0"/>
                    <a:ea typeface="微软雅黑" pitchFamily="34" charset="-122"/>
                    <a:cs typeface="Times New Roman" pitchFamily="18" charset="0"/>
                  </a:rPr>
                  <a:t> 计算卷积积分：</a:t>
                </a:r>
                <a14:m>
                  <m:oMath xmlns:m="http://schemas.openxmlformats.org/officeDocument/2006/math">
                    <m:r>
                      <a:rPr lang="en-US" altLang="zh-CN" sz="2600" b="1" i="1">
                        <a:solidFill>
                          <a:srgbClr val="26252A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18" charset="0"/>
                      </a:rPr>
                      <m:t>𝟐</m:t>
                    </m:r>
                    <m:sSup>
                      <m:sSupPr>
                        <m:ctrlPr>
                          <a:rPr lang="en-US" altLang="zh-CN" sz="2600" b="1" i="1">
                            <a:solidFill>
                              <a:srgbClr val="26252A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CN" sz="2600" b="1" i="1">
                            <a:solidFill>
                              <a:srgbClr val="26252A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2600" b="1" i="1">
                            <a:solidFill>
                              <a:srgbClr val="26252A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  <m:t>−</m:t>
                        </m:r>
                        <m:r>
                          <a:rPr lang="en-US" altLang="zh-CN" sz="2600" b="1" i="1">
                            <a:solidFill>
                              <a:srgbClr val="26252A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  <m:t>𝟐</m:t>
                        </m:r>
                        <m:r>
                          <a:rPr lang="en-US" altLang="zh-CN" sz="2600" b="1" i="1">
                            <a:solidFill>
                              <a:srgbClr val="26252A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  <m:t>𝒕</m:t>
                        </m:r>
                      </m:sup>
                    </m:sSup>
                    <m:r>
                      <a:rPr lang="en-US" altLang="zh-CN" sz="2600" b="1" i="1">
                        <a:solidFill>
                          <a:srgbClr val="26252A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18" charset="0"/>
                      </a:rPr>
                      <m:t>𝒖</m:t>
                    </m:r>
                    <m:d>
                      <m:dPr>
                        <m:ctrlPr>
                          <a:rPr lang="en-US" altLang="zh-CN" sz="2600" b="1" i="1">
                            <a:solidFill>
                              <a:srgbClr val="26252A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600" b="1" i="1">
                            <a:solidFill>
                              <a:srgbClr val="26252A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  <m:t>𝒕</m:t>
                        </m:r>
                      </m:e>
                    </m:d>
                    <m:r>
                      <a:rPr lang="en-US" altLang="zh-CN" sz="2600" b="1" i="1">
                        <a:solidFill>
                          <a:srgbClr val="26252A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18" charset="0"/>
                      </a:rPr>
                      <m:t>∗</m:t>
                    </m:r>
                    <m:r>
                      <a:rPr lang="en-US" altLang="zh-CN" sz="2600" b="1" i="1">
                        <a:solidFill>
                          <a:srgbClr val="26252A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18" charset="0"/>
                      </a:rPr>
                      <m:t>𝟑</m:t>
                    </m:r>
                    <m:sSup>
                      <m:sSupPr>
                        <m:ctrlPr>
                          <a:rPr lang="en-US" altLang="zh-CN" sz="2600" b="1" i="1">
                            <a:solidFill>
                              <a:srgbClr val="26252A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zh-CN" sz="2600" b="1" i="1">
                            <a:solidFill>
                              <a:srgbClr val="26252A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2600" b="1" i="1">
                            <a:solidFill>
                              <a:srgbClr val="26252A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  <m:t>−</m:t>
                        </m:r>
                        <m:r>
                          <a:rPr lang="en-US" altLang="zh-CN" sz="2600" b="1" i="1">
                            <a:solidFill>
                              <a:srgbClr val="26252A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  <m:t>𝒕</m:t>
                        </m:r>
                      </m:sup>
                    </m:sSup>
                    <m:r>
                      <a:rPr lang="en-US" altLang="zh-CN" sz="2600" b="1" i="1">
                        <a:solidFill>
                          <a:srgbClr val="26252A"/>
                        </a:solidFill>
                        <a:latin typeface="Cambria Math" panose="02040503050406030204" pitchFamily="18" charset="0"/>
                        <a:ea typeface="微软雅黑" pitchFamily="34" charset="-122"/>
                        <a:cs typeface="Times New Roman" pitchFamily="18" charset="0"/>
                      </a:rPr>
                      <m:t>𝒖</m:t>
                    </m:r>
                    <m:d>
                      <m:dPr>
                        <m:ctrlPr>
                          <a:rPr lang="en-US" altLang="zh-CN" sz="2600" b="1" i="1">
                            <a:solidFill>
                              <a:srgbClr val="26252A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600" b="1" i="1">
                            <a:solidFill>
                              <a:srgbClr val="26252A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18" charset="0"/>
                          </a:rPr>
                          <m:t>𝒕</m:t>
                        </m:r>
                      </m:e>
                    </m:d>
                  </m:oMath>
                </a14:m>
                <a:endParaRPr lang="zh-CN" altLang="en-US" sz="2600" dirty="0"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062239B-FA27-4888-9441-A33C39DD7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025071" y="768590"/>
                <a:ext cx="9753600" cy="958424"/>
              </a:xfrm>
              <a:prstGeom prst="rect">
                <a:avLst/>
              </a:prstGeom>
              <a:blipFill>
                <a:blip r:embed="rId6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47D7A5D-5448-2181-EF58-E31EE0CAB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378582"/>
              </p:ext>
            </p:extLst>
          </p:nvPr>
        </p:nvGraphicFramePr>
        <p:xfrm>
          <a:off x="2336800" y="1898510"/>
          <a:ext cx="7518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518240" imgH="672840" progId="Equation.DSMT4">
                  <p:embed/>
                </p:oleObj>
              </mc:Choice>
              <mc:Fallback>
                <p:oleObj name="Equation" r:id="rId7" imgW="751824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6800" y="1898510"/>
                        <a:ext cx="75184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A271054-25A6-0A15-31F1-A7D109FB84AB}"/>
              </a:ext>
            </a:extLst>
          </p:cNvPr>
          <p:cNvSpPr txBox="1"/>
          <p:nvPr/>
        </p:nvSpPr>
        <p:spPr>
          <a:xfrm>
            <a:off x="1238250" y="1988839"/>
            <a:ext cx="9048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解：</a:t>
            </a:r>
            <a:endParaRPr lang="zh-CN" altLang="en-US" sz="26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CC48108-8DD9-175C-D90B-66F42D9718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314193"/>
              </p:ext>
            </p:extLst>
          </p:nvPr>
        </p:nvGraphicFramePr>
        <p:xfrm>
          <a:off x="7900988" y="3079750"/>
          <a:ext cx="647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7640" imgH="355320" progId="Equation.DSMT4">
                  <p:embed/>
                </p:oleObj>
              </mc:Choice>
              <mc:Fallback>
                <p:oleObj name="Equation" r:id="rId9" imgW="647640" imgH="355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6AF3CAC2-2810-DE2B-5F9B-60F2FC2574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00988" y="3079750"/>
                        <a:ext cx="647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010DC9F-84D9-A0AE-8AD0-349C667B17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094403"/>
              </p:ext>
            </p:extLst>
          </p:nvPr>
        </p:nvGraphicFramePr>
        <p:xfrm>
          <a:off x="5037138" y="2914650"/>
          <a:ext cx="2806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06560" imgH="685800" progId="Equation.DSMT4">
                  <p:embed/>
                </p:oleObj>
              </mc:Choice>
              <mc:Fallback>
                <p:oleObj name="Equation" r:id="rId11" imgW="2806560" imgH="6858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F8FB6EE4-F025-0647-293C-61E911AD9E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37138" y="2914650"/>
                        <a:ext cx="28067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9BC73E8-D827-8066-8295-78425CE2F9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297889"/>
              </p:ext>
            </p:extLst>
          </p:nvPr>
        </p:nvGraphicFramePr>
        <p:xfrm>
          <a:off x="5043488" y="3867150"/>
          <a:ext cx="2794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93960" imgH="685800" progId="Equation.DSMT4">
                  <p:embed/>
                </p:oleObj>
              </mc:Choice>
              <mc:Fallback>
                <p:oleObj name="Equation" r:id="rId13" imgW="2793960" imgH="685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010DC9F-84D9-A0AE-8AD0-349C667B17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43488" y="3867150"/>
                        <a:ext cx="27940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C4B1F31-6D72-9565-9AD5-200E06FCA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840934"/>
              </p:ext>
            </p:extLst>
          </p:nvPr>
        </p:nvGraphicFramePr>
        <p:xfrm>
          <a:off x="5168900" y="4940300"/>
          <a:ext cx="2552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52400" imgH="444240" progId="Equation.DSMT4">
                  <p:embed/>
                </p:oleObj>
              </mc:Choice>
              <mc:Fallback>
                <p:oleObj name="Equation" r:id="rId15" imgW="25524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68900" y="4940300"/>
                        <a:ext cx="25527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09422710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62239B-FA27-4888-9441-A33C39DD70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25071" y="768590"/>
            <a:ext cx="4347029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2.4 </a:t>
            </a:r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证明卷积积分的结合律：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58AF5A7-B408-E7AB-91BA-7988A3EAA3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619378"/>
              </p:ext>
            </p:extLst>
          </p:nvPr>
        </p:nvGraphicFramePr>
        <p:xfrm>
          <a:off x="5207000" y="1100138"/>
          <a:ext cx="5130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130720" imgH="380880" progId="Equation.DSMT4">
                  <p:embed/>
                </p:oleObj>
              </mc:Choice>
              <mc:Fallback>
                <p:oleObj name="Equation" r:id="rId5" imgW="51307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07000" y="1100138"/>
                        <a:ext cx="5130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CC12F0C-4DF0-1B11-4010-E3D67972B1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102767"/>
              </p:ext>
            </p:extLst>
          </p:nvPr>
        </p:nvGraphicFramePr>
        <p:xfrm>
          <a:off x="3236669" y="2067835"/>
          <a:ext cx="2425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25680" imgH="380880" progId="Equation.DSMT4">
                  <p:embed/>
                </p:oleObj>
              </mc:Choice>
              <mc:Fallback>
                <p:oleObj name="Equation" r:id="rId7" imgW="2425680" imgH="380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F5985A0-99C9-74B4-3C3F-50151B9CB8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6669" y="2067835"/>
                        <a:ext cx="2425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AF62B2C-4F65-0395-4923-E5816F315A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965289"/>
              </p:ext>
            </p:extLst>
          </p:nvPr>
        </p:nvGraphicFramePr>
        <p:xfrm>
          <a:off x="5730875" y="1876425"/>
          <a:ext cx="3822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22480" imgH="761760" progId="Equation.DSMT4">
                  <p:embed/>
                </p:oleObj>
              </mc:Choice>
              <mc:Fallback>
                <p:oleObj name="Equation" r:id="rId9" imgW="3822480" imgH="7617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90CE53B0-0A7B-53A2-5474-989255158F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30875" y="1876425"/>
                        <a:ext cx="38227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60E786BD-EBF4-1403-5A63-EF453427EC1C}"/>
              </a:ext>
            </a:extLst>
          </p:cNvPr>
          <p:cNvSpPr txBox="1"/>
          <p:nvPr/>
        </p:nvSpPr>
        <p:spPr>
          <a:xfrm>
            <a:off x="1488891" y="2049440"/>
            <a:ext cx="1322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证明：</a:t>
            </a:r>
            <a:endParaRPr lang="zh-CN" altLang="en-US" sz="24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60FCE40-6A76-092F-A166-40BC5EF407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871200"/>
              </p:ext>
            </p:extLst>
          </p:nvPr>
        </p:nvGraphicFramePr>
        <p:xfrm>
          <a:off x="5705475" y="2701925"/>
          <a:ext cx="4978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978080" imgH="761760" progId="Equation.DSMT4">
                  <p:embed/>
                </p:oleObj>
              </mc:Choice>
              <mc:Fallback>
                <p:oleObj name="Equation" r:id="rId11" imgW="497808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05475" y="2701925"/>
                        <a:ext cx="49784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箭头: 右 11">
            <a:extLst>
              <a:ext uri="{FF2B5EF4-FFF2-40B4-BE49-F238E27FC236}">
                <a16:creationId xmlns:a16="http://schemas.microsoft.com/office/drawing/2014/main" id="{D293CB45-83DC-FF93-28DA-495473255DA2}"/>
              </a:ext>
            </a:extLst>
          </p:cNvPr>
          <p:cNvSpPr/>
          <p:nvPr/>
        </p:nvSpPr>
        <p:spPr>
          <a:xfrm>
            <a:off x="3679280" y="3900576"/>
            <a:ext cx="1556487" cy="228046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C6CC4B5-69A0-38A1-C349-17E7DB3C8222}"/>
              </a:ext>
            </a:extLst>
          </p:cNvPr>
          <p:cNvSpPr txBox="1"/>
          <p:nvPr/>
        </p:nvSpPr>
        <p:spPr>
          <a:xfrm>
            <a:off x="3542945" y="3437600"/>
            <a:ext cx="18291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交换积分项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0F98431-E3DE-BA6F-7DD2-0C5D9723E5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297832"/>
              </p:ext>
            </p:extLst>
          </p:nvPr>
        </p:nvGraphicFramePr>
        <p:xfrm>
          <a:off x="5673725" y="3533775"/>
          <a:ext cx="5041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041800" imgH="761760" progId="Equation.DSMT4">
                  <p:embed/>
                </p:oleObj>
              </mc:Choice>
              <mc:Fallback>
                <p:oleObj name="Equation" r:id="rId13" imgW="504180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73725" y="3533775"/>
                        <a:ext cx="50419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9320607A-B468-BDD1-48C9-5C9B1A8BBAEB}"/>
              </a:ext>
            </a:extLst>
          </p:cNvPr>
          <p:cNvSpPr txBox="1"/>
          <p:nvPr/>
        </p:nvSpPr>
        <p:spPr>
          <a:xfrm>
            <a:off x="492531" y="5391196"/>
            <a:ext cx="560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882F7F72-75F6-8F3E-BD1E-F762464FA7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645880"/>
              </p:ext>
            </p:extLst>
          </p:nvPr>
        </p:nvGraphicFramePr>
        <p:xfrm>
          <a:off x="1117245" y="5461512"/>
          <a:ext cx="2298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98600" imgH="380880" progId="Equation.DSMT4">
                  <p:embed/>
                </p:oleObj>
              </mc:Choice>
              <mc:Fallback>
                <p:oleObj name="Equation" r:id="rId15" imgW="22986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17245" y="5461512"/>
                        <a:ext cx="2298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箭头: 右 19">
            <a:extLst>
              <a:ext uri="{FF2B5EF4-FFF2-40B4-BE49-F238E27FC236}">
                <a16:creationId xmlns:a16="http://schemas.microsoft.com/office/drawing/2014/main" id="{3D1E3BDB-A4C9-18B2-2CD6-B8B6BB11038C}"/>
              </a:ext>
            </a:extLst>
          </p:cNvPr>
          <p:cNvSpPr/>
          <p:nvPr/>
        </p:nvSpPr>
        <p:spPr>
          <a:xfrm>
            <a:off x="3669400" y="4694549"/>
            <a:ext cx="1482605" cy="228046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347564C0-519C-1664-58D1-F02F72E961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009944"/>
              </p:ext>
            </p:extLst>
          </p:nvPr>
        </p:nvGraphicFramePr>
        <p:xfrm>
          <a:off x="3760788" y="4413250"/>
          <a:ext cx="117157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80800" imgH="279360" progId="Equation.DSMT4">
                  <p:embed/>
                </p:oleObj>
              </mc:Choice>
              <mc:Fallback>
                <p:oleObj name="Equation" r:id="rId17" imgW="1180800" imgH="27936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60788" y="4413250"/>
                        <a:ext cx="1171575" cy="295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D95AD0F0-AF50-FF92-C679-DE002DAFEC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045827"/>
              </p:ext>
            </p:extLst>
          </p:nvPr>
        </p:nvGraphicFramePr>
        <p:xfrm>
          <a:off x="5667375" y="4387850"/>
          <a:ext cx="5092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092560" imgH="761760" progId="Equation.DSMT4">
                  <p:embed/>
                </p:oleObj>
              </mc:Choice>
              <mc:Fallback>
                <p:oleObj name="Equation" r:id="rId19" imgW="509256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67375" y="4387850"/>
                        <a:ext cx="50927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6DED520A-A7A5-D2A8-DF6C-E56BA2B383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913771"/>
              </p:ext>
            </p:extLst>
          </p:nvPr>
        </p:nvGraphicFramePr>
        <p:xfrm>
          <a:off x="3542945" y="5297434"/>
          <a:ext cx="2971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971800" imgH="647640" progId="Equation.DSMT4">
                  <p:embed/>
                </p:oleObj>
              </mc:Choice>
              <mc:Fallback>
                <p:oleObj name="Equation" r:id="rId21" imgW="297180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542945" y="5297434"/>
                        <a:ext cx="29718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A2DF2545-40C6-4816-BE89-DD793ADA055B}"/>
              </a:ext>
            </a:extLst>
          </p:cNvPr>
          <p:cNvSpPr txBox="1"/>
          <p:nvPr/>
        </p:nvSpPr>
        <p:spPr>
          <a:xfrm>
            <a:off x="6863218" y="5373587"/>
            <a:ext cx="560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B190CFF8-276B-B2A5-78F8-89E8744BB9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413506"/>
              </p:ext>
            </p:extLst>
          </p:nvPr>
        </p:nvGraphicFramePr>
        <p:xfrm>
          <a:off x="7423926" y="5280569"/>
          <a:ext cx="43942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394160" imgH="647640" progId="Equation.DSMT4">
                  <p:embed/>
                </p:oleObj>
              </mc:Choice>
              <mc:Fallback>
                <p:oleObj name="Equation" r:id="rId23" imgW="439416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423926" y="5280569"/>
                        <a:ext cx="43942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9AF0F99B-6158-61A2-F375-50CE3E964C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686765"/>
              </p:ext>
            </p:extLst>
          </p:nvPr>
        </p:nvGraphicFramePr>
        <p:xfrm>
          <a:off x="1117245" y="5988674"/>
          <a:ext cx="5041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5041800" imgH="647640" progId="Equation.DSMT4">
                  <p:embed/>
                </p:oleObj>
              </mc:Choice>
              <mc:Fallback>
                <p:oleObj name="Equation" r:id="rId25" imgW="504180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117245" y="5988674"/>
                        <a:ext cx="50419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EB7EC439-9B7F-E6B8-D7F7-CC63E2BD86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555772"/>
              </p:ext>
            </p:extLst>
          </p:nvPr>
        </p:nvGraphicFramePr>
        <p:xfrm>
          <a:off x="6254750" y="6168871"/>
          <a:ext cx="4229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228920" imgH="380880" progId="Equation.DSMT4">
                  <p:embed/>
                </p:oleObj>
              </mc:Choice>
              <mc:Fallback>
                <p:oleObj name="Equation" r:id="rId27" imgW="42289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254750" y="6168871"/>
                        <a:ext cx="4229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2480780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6" grpId="0"/>
      <p:bldP spid="20" grpId="0" animBg="1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62239B-FA27-4888-9441-A33C39DD70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15546" y="1024624"/>
            <a:ext cx="9753600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2.5 </a:t>
            </a:r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求如图所示连续时间</a:t>
            </a:r>
            <a:r>
              <a:rPr lang="en-US" altLang="zh-CN" sz="2600" b="1" dirty="0" err="1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LTI</a:t>
            </a:r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系统的单位冲激响应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，已知</a:t>
            </a:r>
            <a:r>
              <a:rPr lang="en-US" altLang="zh-CN" sz="2600" b="1" i="1" dirty="0" err="1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600" b="1" baseline="-25000" dirty="0" err="1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)=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u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600" b="1" i="1" dirty="0" err="1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600" b="1" baseline="-25000" dirty="0" err="1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)=2</a:t>
            </a:r>
            <a:r>
              <a:rPr lang="el-GR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δ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t-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2)</a:t>
            </a:r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600" b="1" i="1" dirty="0" err="1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en-US" altLang="zh-CN" sz="2600" b="1" baseline="-25000" dirty="0" err="1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)=e</a:t>
            </a:r>
            <a:r>
              <a:rPr lang="en-US" altLang="zh-CN" sz="2600" b="1" baseline="30000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-</a:t>
            </a:r>
            <a:r>
              <a:rPr lang="en-US" altLang="zh-CN" sz="2600" b="1" baseline="30000" dirty="0" err="1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2t</a:t>
            </a:r>
            <a:r>
              <a:rPr lang="en-US" altLang="zh-CN" sz="2600" b="1" i="1" dirty="0" err="1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u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600" b="1" i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07EE5B-DD20-0CD3-9B8B-116F5181423C}"/>
              </a:ext>
            </a:extLst>
          </p:cNvPr>
          <p:cNvSpPr txBox="1"/>
          <p:nvPr/>
        </p:nvSpPr>
        <p:spPr>
          <a:xfrm>
            <a:off x="1128228" y="5076506"/>
            <a:ext cx="9048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解：</a:t>
            </a:r>
            <a:endParaRPr lang="zh-CN" altLang="en-US" sz="2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E052225-6B4F-1C8A-1320-CC2D51E98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546" y="2351087"/>
            <a:ext cx="9432986" cy="2430463"/>
          </a:xfrm>
          <a:prstGeom prst="rect">
            <a:avLst/>
          </a:prstGeom>
        </p:spPr>
      </p:pic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3B1C526-3B63-C5F4-16AA-E92A3D550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28181"/>
              </p:ext>
            </p:extLst>
          </p:nvPr>
        </p:nvGraphicFramePr>
        <p:xfrm>
          <a:off x="2130425" y="5149589"/>
          <a:ext cx="414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40000" imgH="380880" progId="Equation.DSMT4">
                  <p:embed/>
                </p:oleObj>
              </mc:Choice>
              <mc:Fallback>
                <p:oleObj name="Equation" r:id="rId6" imgW="4140000" imgH="3808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882F7F72-75F6-8F3E-BD1E-F762464FA7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30425" y="5149589"/>
                        <a:ext cx="4140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FBD990E-EF01-6CF7-03BF-3B5DD89B71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695299"/>
              </p:ext>
            </p:extLst>
          </p:nvPr>
        </p:nvGraphicFramePr>
        <p:xfrm>
          <a:off x="6413046" y="5058307"/>
          <a:ext cx="4356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56000" imgH="457200" progId="Equation.DSMT4">
                  <p:embed/>
                </p:oleObj>
              </mc:Choice>
              <mc:Fallback>
                <p:oleObj name="Equation" r:id="rId8" imgW="43560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13046" y="5058307"/>
                        <a:ext cx="43561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E603F2F-AE06-DB30-85AD-A0A73AC8C0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739995"/>
              </p:ext>
            </p:extLst>
          </p:nvPr>
        </p:nvGraphicFramePr>
        <p:xfrm>
          <a:off x="2676525" y="5670028"/>
          <a:ext cx="4914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14720" imgH="457200" progId="Equation.DSMT4">
                  <p:embed/>
                </p:oleObj>
              </mc:Choice>
              <mc:Fallback>
                <p:oleObj name="Equation" r:id="rId10" imgW="49147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76525" y="5670028"/>
                        <a:ext cx="49149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C5AFF2E-4BE0-A22A-DB9E-247C90E2B7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216853"/>
              </p:ext>
            </p:extLst>
          </p:nvPr>
        </p:nvGraphicFramePr>
        <p:xfrm>
          <a:off x="7648378" y="5631791"/>
          <a:ext cx="4330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330440" imgH="457200" progId="Equation.DSMT4">
                  <p:embed/>
                </p:oleObj>
              </mc:Choice>
              <mc:Fallback>
                <p:oleObj name="Equation" r:id="rId12" imgW="43304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648378" y="5631791"/>
                        <a:ext cx="43307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F145D99F-AD12-3BA7-8FEC-F32300D2E4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99540"/>
              </p:ext>
            </p:extLst>
          </p:nvPr>
        </p:nvGraphicFramePr>
        <p:xfrm>
          <a:off x="2643415" y="6264275"/>
          <a:ext cx="4076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76640" imgH="457200" progId="Equation.DSMT4">
                  <p:embed/>
                </p:oleObj>
              </mc:Choice>
              <mc:Fallback>
                <p:oleObj name="Equation" r:id="rId14" imgW="40766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43415" y="6264275"/>
                        <a:ext cx="40767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7F26280-58A8-0AAC-C3DF-FC1CB7CCF6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284523"/>
              </p:ext>
            </p:extLst>
          </p:nvPr>
        </p:nvGraphicFramePr>
        <p:xfrm>
          <a:off x="6757988" y="6264275"/>
          <a:ext cx="3568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68680" imgH="457200" progId="Equation.DSMT4">
                  <p:embed/>
                </p:oleObj>
              </mc:Choice>
              <mc:Fallback>
                <p:oleObj name="Equation" r:id="rId16" imgW="35686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757988" y="6264275"/>
                        <a:ext cx="35687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33826460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6">
            <a:extLst>
              <a:ext uri="{FF2B5EF4-FFF2-40B4-BE49-F238E27FC236}">
                <a16:creationId xmlns:a16="http://schemas.microsoft.com/office/drawing/2014/main" id="{211475EA-2031-6FF1-0DE5-F4737C48BB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718626"/>
              </p:ext>
            </p:extLst>
          </p:nvPr>
        </p:nvGraphicFramePr>
        <p:xfrm>
          <a:off x="4645742" y="2225573"/>
          <a:ext cx="4325938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480" imgH="431640" progId="Equation.DSMT4">
                  <p:embed/>
                </p:oleObj>
              </mc:Choice>
              <mc:Fallback>
                <p:oleObj name="Equation" r:id="rId4" imgW="1968480" imgH="431640" progId="Equation.DSMT4">
                  <p:embed/>
                  <p:pic>
                    <p:nvPicPr>
                      <p:cNvPr id="2" name="Object 16">
                        <a:extLst>
                          <a:ext uri="{FF2B5EF4-FFF2-40B4-BE49-F238E27FC236}">
                            <a16:creationId xmlns:a16="http://schemas.microsoft.com/office/drawing/2014/main" id="{1B380542-B987-B816-BEFD-F33D575066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742" y="2225573"/>
                        <a:ext cx="4325938" cy="9842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6">
                            <a:lumMod val="75000"/>
                          </a:schemeClr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1">
            <a:extLst>
              <a:ext uri="{FF2B5EF4-FFF2-40B4-BE49-F238E27FC236}">
                <a16:creationId xmlns:a16="http://schemas.microsoft.com/office/drawing/2014/main" id="{180BCF6D-BF89-8099-23C3-3758BAF4A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5906" y="957458"/>
            <a:ext cx="760496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3.1 </a:t>
            </a:r>
            <a:r>
              <a:rPr lang="zh-CN" altLang="en-US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证明：设 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600" b="1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600" b="1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都是周期为 </a:t>
            </a:r>
            <a:r>
              <a:rPr lang="en-US" altLang="zh-CN" sz="26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 </a:t>
            </a:r>
            <a:r>
              <a:rPr lang="zh-CN" altLang="en-US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的信号，且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A49F7C3-CE1F-4674-0B49-B960B8C6E0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93846"/>
              </p:ext>
            </p:extLst>
          </p:nvPr>
        </p:nvGraphicFramePr>
        <p:xfrm>
          <a:off x="4634630" y="1579460"/>
          <a:ext cx="4965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79560" imgH="228600" progId="Equation.DSMT4">
                  <p:embed/>
                </p:oleObj>
              </mc:Choice>
              <mc:Fallback>
                <p:oleObj name="Equation" r:id="rId6" imgW="1879560" imgH="228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C945CDF1-A4B9-C18B-CD73-9C1FE58C7B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4630" y="1579460"/>
                        <a:ext cx="49657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1">
            <a:extLst>
              <a:ext uri="{FF2B5EF4-FFF2-40B4-BE49-F238E27FC236}">
                <a16:creationId xmlns:a16="http://schemas.microsoft.com/office/drawing/2014/main" id="{0C9646A7-E603-2DB9-F45B-C456D6F40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5906" y="2256759"/>
            <a:ext cx="118494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则存在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7A2F51-9620-E917-2272-38705AC47D0D}"/>
              </a:ext>
            </a:extLst>
          </p:cNvPr>
          <p:cNvSpPr txBox="1"/>
          <p:nvPr/>
        </p:nvSpPr>
        <p:spPr>
          <a:xfrm>
            <a:off x="1525906" y="3429000"/>
            <a:ext cx="11849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532F2D-64DD-D643-234F-749D3C7CE35C}"/>
              </a:ext>
            </a:extLst>
          </p:cNvPr>
          <p:cNvSpPr txBox="1"/>
          <p:nvPr/>
        </p:nvSpPr>
        <p:spPr>
          <a:xfrm>
            <a:off x="2710846" y="3417345"/>
            <a:ext cx="859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endParaRPr lang="zh-CN" altLang="en-US" sz="2400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1021E71-CACC-037C-18C1-F3E5872F50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83760"/>
              </p:ext>
            </p:extLst>
          </p:nvPr>
        </p:nvGraphicFramePr>
        <p:xfrm>
          <a:off x="3570514" y="3321274"/>
          <a:ext cx="3251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51160" imgH="583920" progId="Equation.DSMT4">
                  <p:embed/>
                </p:oleObj>
              </mc:Choice>
              <mc:Fallback>
                <p:oleObj name="Equation" r:id="rId8" imgW="325116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70514" y="3321274"/>
                        <a:ext cx="32512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DE00617C-A2E1-AF71-7261-67B499C9E2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618464"/>
              </p:ext>
            </p:extLst>
          </p:nvPr>
        </p:nvGraphicFramePr>
        <p:xfrm>
          <a:off x="2710846" y="4060433"/>
          <a:ext cx="408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89240" imgH="736560" progId="Equation.DSMT4">
                  <p:embed/>
                </p:oleObj>
              </mc:Choice>
              <mc:Fallback>
                <p:oleObj name="Equation" r:id="rId10" imgW="40892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10846" y="4060433"/>
                        <a:ext cx="4089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A8A9165C-1CE1-A0F2-6A2E-A4CE9FAD4A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045415"/>
              </p:ext>
            </p:extLst>
          </p:nvPr>
        </p:nvGraphicFramePr>
        <p:xfrm>
          <a:off x="6979104" y="3890665"/>
          <a:ext cx="4610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609800" imgH="952200" progId="Equation.DSMT4">
                  <p:embed/>
                </p:oleObj>
              </mc:Choice>
              <mc:Fallback>
                <p:oleObj name="Equation" r:id="rId12" imgW="4609800" imgH="952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979104" y="3890665"/>
                        <a:ext cx="46101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C444BCBC-441A-38C7-776D-3F1FFE361C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567445"/>
              </p:ext>
            </p:extLst>
          </p:nvPr>
        </p:nvGraphicFramePr>
        <p:xfrm>
          <a:off x="3169708" y="5051189"/>
          <a:ext cx="4229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228920" imgH="952200" progId="Equation.DSMT4">
                  <p:embed/>
                </p:oleObj>
              </mc:Choice>
              <mc:Fallback>
                <p:oleObj name="Equation" r:id="rId14" imgW="4228920" imgH="952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169708" y="5051189"/>
                        <a:ext cx="42291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CFEA1B30-4068-8DF6-30BC-32646A76E2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408296"/>
              </p:ext>
            </p:extLst>
          </p:nvPr>
        </p:nvGraphicFramePr>
        <p:xfrm>
          <a:off x="7518854" y="5051189"/>
          <a:ext cx="1765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65080" imgH="952200" progId="Equation.DSMT4">
                  <p:embed/>
                </p:oleObj>
              </mc:Choice>
              <mc:Fallback>
                <p:oleObj name="Equation" r:id="rId16" imgW="1765080" imgH="952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518854" y="5051189"/>
                        <a:ext cx="17653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63368661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78">
            <a:extLst>
              <a:ext uri="{FF2B5EF4-FFF2-40B4-BE49-F238E27FC236}">
                <a16:creationId xmlns:a16="http://schemas.microsoft.com/office/drawing/2014/main" id="{FAC2652D-050F-C994-7C04-6781540A8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329" y="1247802"/>
            <a:ext cx="7740448" cy="1921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062239B-FA27-4888-9441-A33C39DD70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25071" y="768590"/>
            <a:ext cx="9753600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3.2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求下图所示的周期锯齿波信号的傅里叶系数 𝑋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_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𝑘：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4131F2-E425-CC02-1F87-60E2ABEB1BFF}"/>
              </a:ext>
            </a:extLst>
          </p:cNvPr>
          <p:cNvSpPr txBox="1"/>
          <p:nvPr/>
        </p:nvSpPr>
        <p:spPr>
          <a:xfrm>
            <a:off x="490747" y="3514107"/>
            <a:ext cx="2067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当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= 0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时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,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36C3AC4-2F8A-22FC-F10D-C76ACEDF71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63724"/>
              </p:ext>
            </p:extLst>
          </p:nvPr>
        </p:nvGraphicFramePr>
        <p:xfrm>
          <a:off x="2722563" y="3337961"/>
          <a:ext cx="54165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09600" imgH="419040" progId="Equation.DSMT4">
                  <p:embed/>
                </p:oleObj>
              </mc:Choice>
              <mc:Fallback>
                <p:oleObj name="Equation" r:id="rId6" imgW="3009600" imgH="4190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1B963021-9333-490B-A6DA-234FC0166D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22563" y="3337961"/>
                        <a:ext cx="5416550" cy="754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E47B885D-9DDA-FB4B-0293-2193914C651E}"/>
              </a:ext>
            </a:extLst>
          </p:cNvPr>
          <p:cNvSpPr txBox="1"/>
          <p:nvPr/>
        </p:nvSpPr>
        <p:spPr>
          <a:xfrm>
            <a:off x="490746" y="4261093"/>
            <a:ext cx="2067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当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≠ 0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时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,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E859F5E-2AB4-FCF5-0BDB-3BDDEE7275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184697"/>
              </p:ext>
            </p:extLst>
          </p:nvPr>
        </p:nvGraphicFramePr>
        <p:xfrm>
          <a:off x="2746375" y="4124325"/>
          <a:ext cx="9215438" cy="261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736880" imgH="1346040" progId="Equation.DSMT4">
                  <p:embed/>
                </p:oleObj>
              </mc:Choice>
              <mc:Fallback>
                <p:oleObj name="Equation" r:id="rId8" imgW="4736880" imgH="1346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D7FC054-0F16-498F-AE4A-4434773BEC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46375" y="4124325"/>
                        <a:ext cx="9215438" cy="2619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0">
            <a:extLst>
              <a:ext uri="{FF2B5EF4-FFF2-40B4-BE49-F238E27FC236}">
                <a16:creationId xmlns:a16="http://schemas.microsoft.com/office/drawing/2014/main" id="{9892641B-8CC5-D32E-2F42-332EF91F7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46" y="2909781"/>
            <a:ext cx="10401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261122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E062239B-FA27-4888-9441-A33C39DD70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12371" y="971790"/>
            <a:ext cx="9753600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3.3 </a:t>
            </a:r>
            <a:r>
              <a:rPr lang="zh-CN" altLang="en-US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说明：（</a:t>
            </a:r>
            <a:r>
              <a:rPr lang="en-US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600" b="1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为虚偶函数，则 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600" b="1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为实数还是虚数？（</a:t>
            </a:r>
            <a:r>
              <a:rPr lang="en-US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26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600" b="1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为虚奇函数，则 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600" b="1" i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为实数还是虚数？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3" name="Text Box 20">
            <a:extLst>
              <a:ext uri="{FF2B5EF4-FFF2-40B4-BE49-F238E27FC236}">
                <a16:creationId xmlns:a16="http://schemas.microsoft.com/office/drawing/2014/main" id="{2D586F4A-B2F7-19FD-008B-626626E23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583" y="2373551"/>
            <a:ext cx="16575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解：（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809C9A0-445E-504C-9FCF-B77531AF97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586366"/>
              </p:ext>
            </p:extLst>
          </p:nvPr>
        </p:nvGraphicFramePr>
        <p:xfrm>
          <a:off x="2232026" y="2326054"/>
          <a:ext cx="1930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30320" imgH="469800" progId="Equation.DSMT4">
                  <p:embed/>
                </p:oleObj>
              </mc:Choice>
              <mc:Fallback>
                <p:oleObj name="Equation" r:id="rId5" imgW="1930320" imgH="469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3B6BE220-D42A-4009-A92C-8285C340B2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32026" y="2326054"/>
                        <a:ext cx="19304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箭头: 右 7">
            <a:extLst>
              <a:ext uri="{FF2B5EF4-FFF2-40B4-BE49-F238E27FC236}">
                <a16:creationId xmlns:a16="http://schemas.microsoft.com/office/drawing/2014/main" id="{BFD2E862-40E6-67DC-C90B-4F7045F0AA08}"/>
              </a:ext>
            </a:extLst>
          </p:cNvPr>
          <p:cNvSpPr/>
          <p:nvPr/>
        </p:nvSpPr>
        <p:spPr>
          <a:xfrm>
            <a:off x="4357019" y="2621046"/>
            <a:ext cx="1874496" cy="1771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C827F8C-D508-E071-A134-C13867A802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648811"/>
              </p:ext>
            </p:extLst>
          </p:nvPr>
        </p:nvGraphicFramePr>
        <p:xfrm>
          <a:off x="6423025" y="2314575"/>
          <a:ext cx="1320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20480" imgH="469800" progId="Equation.DSMT4">
                  <p:embed/>
                </p:oleObj>
              </mc:Choice>
              <mc:Fallback>
                <p:oleObj name="Equation" r:id="rId7" imgW="1320480" imgH="4698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C011C327-8139-C8C5-0E9B-FE4539EE8E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23025" y="2314575"/>
                        <a:ext cx="13208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EE2E29E-D6CF-B1DA-A1F5-7650048473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89648"/>
              </p:ext>
            </p:extLst>
          </p:nvPr>
        </p:nvGraphicFramePr>
        <p:xfrm>
          <a:off x="2232025" y="3074988"/>
          <a:ext cx="1930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30320" imgH="469800" progId="Equation.DSMT4">
                  <p:embed/>
                </p:oleObj>
              </mc:Choice>
              <mc:Fallback>
                <p:oleObj name="Equation" r:id="rId9" imgW="1930320" imgH="46980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AB09A5E6-1AA8-77C9-F2CF-2BF630F5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32025" y="3074988"/>
                        <a:ext cx="19304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DABF95A-918E-DEF5-75F4-F9AEC1F40A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191907"/>
              </p:ext>
            </p:extLst>
          </p:nvPr>
        </p:nvGraphicFramePr>
        <p:xfrm>
          <a:off x="6327775" y="3024188"/>
          <a:ext cx="1511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11280" imgH="469800" progId="Equation.DSMT4">
                  <p:embed/>
                </p:oleObj>
              </mc:Choice>
              <mc:Fallback>
                <p:oleObj name="Equation" r:id="rId11" imgW="1511280" imgH="4698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C963604B-493B-6797-7D7C-CFC40B84F4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27775" y="3024188"/>
                        <a:ext cx="15113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A934568D-728F-B536-6DEE-CD79206E2D34}"/>
              </a:ext>
            </a:extLst>
          </p:cNvPr>
          <p:cNvSpPr txBox="1"/>
          <p:nvPr/>
        </p:nvSpPr>
        <p:spPr>
          <a:xfrm>
            <a:off x="4250094" y="2197481"/>
            <a:ext cx="2154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时间反转性质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AE94F3AB-6DC0-2D51-98C4-80858903FEAB}"/>
              </a:ext>
            </a:extLst>
          </p:cNvPr>
          <p:cNvSpPr/>
          <p:nvPr/>
        </p:nvSpPr>
        <p:spPr>
          <a:xfrm>
            <a:off x="4339061" y="3367237"/>
            <a:ext cx="1874496" cy="1771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2744B9-5A71-69EB-0A4F-6000B8D1581F}"/>
              </a:ext>
            </a:extLst>
          </p:cNvPr>
          <p:cNvSpPr txBox="1"/>
          <p:nvPr/>
        </p:nvSpPr>
        <p:spPr>
          <a:xfrm>
            <a:off x="4218890" y="2966683"/>
            <a:ext cx="2154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共轭对称性质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259FFBA-E69B-9CB5-180D-6F0AB0188B2D}"/>
              </a:ext>
            </a:extLst>
          </p:cNvPr>
          <p:cNvCxnSpPr/>
          <p:nvPr/>
        </p:nvCxnSpPr>
        <p:spPr>
          <a:xfrm>
            <a:off x="6455102" y="3613412"/>
            <a:ext cx="41559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3ECE468-06D6-D81B-349F-D7608C90DE54}"/>
              </a:ext>
            </a:extLst>
          </p:cNvPr>
          <p:cNvCxnSpPr>
            <a:cxnSpLocks/>
          </p:cNvCxnSpPr>
          <p:nvPr/>
        </p:nvCxnSpPr>
        <p:spPr>
          <a:xfrm flipH="1">
            <a:off x="6069368" y="3613412"/>
            <a:ext cx="544344" cy="51772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7245910D-ABC4-49D7-00F4-3AE6A3DC36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308881"/>
              </p:ext>
            </p:extLst>
          </p:nvPr>
        </p:nvGraphicFramePr>
        <p:xfrm>
          <a:off x="4117975" y="4200525"/>
          <a:ext cx="2717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17640" imgH="444240" progId="Equation.DSMT4">
                  <p:embed/>
                </p:oleObj>
              </mc:Choice>
              <mc:Fallback>
                <p:oleObj name="Equation" r:id="rId13" imgW="2717640" imgH="444240" progId="Equation.DSMT4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E77FCEE5-B6B5-18BC-B512-CAB0A9303E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17975" y="4200525"/>
                        <a:ext cx="27178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FD5F6EB-F829-067E-A013-460BC0F9CBF0}"/>
              </a:ext>
            </a:extLst>
          </p:cNvPr>
          <p:cNvCxnSpPr>
            <a:cxnSpLocks/>
          </p:cNvCxnSpPr>
          <p:nvPr/>
        </p:nvCxnSpPr>
        <p:spPr>
          <a:xfrm>
            <a:off x="7177088" y="3628299"/>
            <a:ext cx="41559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31F312B-99F3-D9E0-FE90-0DE8C1202E1A}"/>
              </a:ext>
            </a:extLst>
          </p:cNvPr>
          <p:cNvCxnSpPr>
            <a:cxnSpLocks/>
          </p:cNvCxnSpPr>
          <p:nvPr/>
        </p:nvCxnSpPr>
        <p:spPr>
          <a:xfrm>
            <a:off x="7280299" y="3628299"/>
            <a:ext cx="629261" cy="5028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42F21742-4996-4224-7A7E-E76063A169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534981"/>
              </p:ext>
            </p:extLst>
          </p:nvPr>
        </p:nvGraphicFramePr>
        <p:xfrm>
          <a:off x="7384887" y="4213405"/>
          <a:ext cx="3238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238200" imgH="444240" progId="Equation.DSMT4">
                  <p:embed/>
                </p:oleObj>
              </mc:Choice>
              <mc:Fallback>
                <p:oleObj name="Equation" r:id="rId15" imgW="3238200" imgH="44424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2F34618D-963C-DB08-EC1E-5776736D6A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384887" y="4213405"/>
                        <a:ext cx="3238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等号 26">
            <a:extLst>
              <a:ext uri="{FF2B5EF4-FFF2-40B4-BE49-F238E27FC236}">
                <a16:creationId xmlns:a16="http://schemas.microsoft.com/office/drawing/2014/main" id="{5BF4D02E-DBE7-51D0-853E-858499E9B862}"/>
              </a:ext>
            </a:extLst>
          </p:cNvPr>
          <p:cNvSpPr/>
          <p:nvPr/>
        </p:nvSpPr>
        <p:spPr>
          <a:xfrm>
            <a:off x="6835090" y="4319158"/>
            <a:ext cx="458788" cy="22224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485E60A0-C7C0-7F1E-6AFA-4A756316813D}"/>
              </a:ext>
            </a:extLst>
          </p:cNvPr>
          <p:cNvSpPr/>
          <p:nvPr/>
        </p:nvSpPr>
        <p:spPr>
          <a:xfrm>
            <a:off x="3473450" y="4948164"/>
            <a:ext cx="561976" cy="199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58C82BC9-4CCE-7EC8-5EA9-B4DB5F650E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686129"/>
              </p:ext>
            </p:extLst>
          </p:nvPr>
        </p:nvGraphicFramePr>
        <p:xfrm>
          <a:off x="4117975" y="4829175"/>
          <a:ext cx="2717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717640" imgH="444240" progId="Equation.DSMT4">
                  <p:embed/>
                </p:oleObj>
              </mc:Choice>
              <mc:Fallback>
                <p:oleObj name="Equation" r:id="rId17" imgW="2717640" imgH="44424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DB1623C3-1ED1-1FA2-F7E1-B515144762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17975" y="4829175"/>
                        <a:ext cx="27178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2B545572-A7DB-C0CD-27A0-D83F229C5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067139"/>
              </p:ext>
            </p:extLst>
          </p:nvPr>
        </p:nvGraphicFramePr>
        <p:xfrm>
          <a:off x="7277100" y="4860925"/>
          <a:ext cx="2933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933640" imgH="444240" progId="Equation.DSMT4">
                  <p:embed/>
                </p:oleObj>
              </mc:Choice>
              <mc:Fallback>
                <p:oleObj name="Equation" r:id="rId19" imgW="2933640" imgH="44424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2B17BA77-90DB-C8FE-6E95-840DA97669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277100" y="4860925"/>
                        <a:ext cx="29337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等号 33">
            <a:extLst>
              <a:ext uri="{FF2B5EF4-FFF2-40B4-BE49-F238E27FC236}">
                <a16:creationId xmlns:a16="http://schemas.microsoft.com/office/drawing/2014/main" id="{31B63463-59DA-E3F0-BA9B-CA2BD2A5A8FF}"/>
              </a:ext>
            </a:extLst>
          </p:cNvPr>
          <p:cNvSpPr/>
          <p:nvPr/>
        </p:nvSpPr>
        <p:spPr>
          <a:xfrm>
            <a:off x="6846996" y="4936810"/>
            <a:ext cx="458788" cy="22224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箭头: 右弧形 34">
            <a:extLst>
              <a:ext uri="{FF2B5EF4-FFF2-40B4-BE49-F238E27FC236}">
                <a16:creationId xmlns:a16="http://schemas.microsoft.com/office/drawing/2014/main" id="{ADA4AED8-5FCD-ADEB-CB67-5AFB1FD64BDD}"/>
              </a:ext>
            </a:extLst>
          </p:cNvPr>
          <p:cNvSpPr/>
          <p:nvPr/>
        </p:nvSpPr>
        <p:spPr>
          <a:xfrm>
            <a:off x="8532486" y="2675121"/>
            <a:ext cx="542598" cy="1335264"/>
          </a:xfrm>
          <a:prstGeom prst="curvedLeftArrow">
            <a:avLst>
              <a:gd name="adj1" fmla="val 25000"/>
              <a:gd name="adj2" fmla="val 46319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6E3EE52A-3417-83DB-11DB-03BB440EA64B}"/>
              </a:ext>
            </a:extLst>
          </p:cNvPr>
          <p:cNvSpPr/>
          <p:nvPr/>
        </p:nvSpPr>
        <p:spPr>
          <a:xfrm>
            <a:off x="3486150" y="5696599"/>
            <a:ext cx="561976" cy="1973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96C68B27-6DC7-6347-AD2A-0EE76E268F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219543"/>
              </p:ext>
            </p:extLst>
          </p:nvPr>
        </p:nvGraphicFramePr>
        <p:xfrm>
          <a:off x="4319588" y="5573713"/>
          <a:ext cx="1587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87240" imgH="444240" progId="Equation.DSMT4">
                  <p:embed/>
                </p:oleObj>
              </mc:Choice>
              <mc:Fallback>
                <p:oleObj name="Equation" r:id="rId21" imgW="1587240" imgH="44424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8EFA9561-839A-E3A9-8EB0-314B88C90C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19588" y="5573713"/>
                        <a:ext cx="1587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72831872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13" grpId="0"/>
      <p:bldP spid="14" grpId="0" animBg="1"/>
      <p:bldP spid="15" grpId="0"/>
      <p:bldP spid="27" grpId="0" animBg="1"/>
      <p:bldP spid="28" grpId="0" animBg="1"/>
      <p:bldP spid="34" grpId="0" animBg="1"/>
      <p:bldP spid="35" grpId="0" animBg="1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62239B-FA27-4888-9441-A33C39DD70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21444" y="907089"/>
            <a:ext cx="10154555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3.4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证明：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t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为实信号时，其频域满足“实偶虚奇、模偶相奇”（即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l-GR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ω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的实部为偶函数，虚部为奇函数；模为偶函数，相位为奇函数）。</a:t>
            </a:r>
            <a:endParaRPr lang="zh-CN" altLang="en-US" sz="2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157DDBA-F49C-670A-356B-1729045C6A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1460" y="2341422"/>
            <a:ext cx="5349279" cy="3099839"/>
          </a:xfrm>
          <a:prstGeom prst="rect">
            <a:avLst/>
          </a:prstGeom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E7F59E9-D590-30C3-6954-71267A6589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2391677"/>
              </p:ext>
            </p:extLst>
          </p:nvPr>
        </p:nvGraphicFramePr>
        <p:xfrm>
          <a:off x="538845" y="5827712"/>
          <a:ext cx="5359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59320" imgH="533160" progId="Equation.DSMT4">
                  <p:embed/>
                </p:oleObj>
              </mc:Choice>
              <mc:Fallback>
                <p:oleObj name="Equation" r:id="rId6" imgW="5359320" imgH="53316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FD9CAB5F-0168-F6C2-E583-F556CB1DA7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8845" y="5827712"/>
                        <a:ext cx="53594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D583A7A-8D5A-FCE3-645A-FE9DEA130A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874700"/>
              </p:ext>
            </p:extLst>
          </p:nvPr>
        </p:nvGraphicFramePr>
        <p:xfrm>
          <a:off x="6210300" y="5649912"/>
          <a:ext cx="3771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71720" imgH="888840" progId="Equation.DSMT4">
                  <p:embed/>
                </p:oleObj>
              </mc:Choice>
              <mc:Fallback>
                <p:oleObj name="Equation" r:id="rId8" imgW="3771720" imgH="88884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2DD87488-935E-9F88-E5AD-E40E85EF4A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10300" y="5649912"/>
                        <a:ext cx="37719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23931767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062239B-FA27-4888-9441-A33C39DD70DD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19200" y="796133"/>
                <a:ext cx="9753600" cy="95842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3.5 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求信号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𝒙</m:t>
                    </m:r>
                    <m:d>
                      <m:dPr>
                        <m:ctrlP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𝒃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𝒕</m:t>
                            </m:r>
                          </m:e>
                        </m:d>
                      </m:sup>
                    </m:sSup>
                    <m:r>
                      <a:rPr lang="zh-CN" altLang="en-US" sz="2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（</m:t>
                    </m:r>
                  </m:oMath>
                </a14:m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其中</a:t>
                </a: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b&gt;0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）的频谱。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062239B-FA27-4888-9441-A33C39DD7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219200" y="796133"/>
                <a:ext cx="9753600" cy="958424"/>
              </a:xfrm>
              <a:prstGeom prst="rect">
                <a:avLst/>
              </a:prstGeom>
              <a:blipFill>
                <a:blip r:embed="rId6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16">
            <a:extLst>
              <a:ext uri="{FF2B5EF4-FFF2-40B4-BE49-F238E27FC236}">
                <a16:creationId xmlns:a16="http://schemas.microsoft.com/office/drawing/2014/main" id="{D8CDC07C-248E-B5FC-1CD7-066C09EF19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268258"/>
              </p:ext>
            </p:extLst>
          </p:nvPr>
        </p:nvGraphicFramePr>
        <p:xfrm>
          <a:off x="7955036" y="808724"/>
          <a:ext cx="3296059" cy="2408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34730" imgH="1011960" progId="Visio.Drawing.11">
                  <p:embed/>
                </p:oleObj>
              </mc:Choice>
              <mc:Fallback>
                <p:oleObj name="Visio" r:id="rId7" imgW="1434730" imgH="1011960" progId="Visio.Drawing.11">
                  <p:embed/>
                  <p:pic>
                    <p:nvPicPr>
                      <p:cNvPr id="4" name="Object 16">
                        <a:extLst>
                          <a:ext uri="{FF2B5EF4-FFF2-40B4-BE49-F238E27FC236}">
                            <a16:creationId xmlns:a16="http://schemas.microsoft.com/office/drawing/2014/main" id="{ABFEF840-CEAD-82F1-2D30-252A8A898B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5036" y="808724"/>
                        <a:ext cx="3296059" cy="2408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8B0EF2D-230A-EAD9-5F20-971B64D5FD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343934"/>
              </p:ext>
            </p:extLst>
          </p:nvPr>
        </p:nvGraphicFramePr>
        <p:xfrm>
          <a:off x="2047875" y="1931988"/>
          <a:ext cx="2082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82600" imgH="469800" progId="Equation.DSMT4">
                  <p:embed/>
                </p:oleObj>
              </mc:Choice>
              <mc:Fallback>
                <p:oleObj name="Equation" r:id="rId9" imgW="2082600" imgH="4698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3201623B-18D4-7AFA-1138-1FA9241C3C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47875" y="1931988"/>
                        <a:ext cx="20828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C7C6232-6F16-A862-1C86-A1F546A517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297042"/>
              </p:ext>
            </p:extLst>
          </p:nvPr>
        </p:nvGraphicFramePr>
        <p:xfrm>
          <a:off x="4884738" y="1931988"/>
          <a:ext cx="236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61960" imgH="469800" progId="Equation.DSMT4">
                  <p:embed/>
                </p:oleObj>
              </mc:Choice>
              <mc:Fallback>
                <p:oleObj name="Equation" r:id="rId11" imgW="2361960" imgH="4698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35B7CD2E-5EBE-3292-090C-951C1BE024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84738" y="1931988"/>
                        <a:ext cx="23622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1">
            <a:extLst>
              <a:ext uri="{FF2B5EF4-FFF2-40B4-BE49-F238E27FC236}">
                <a16:creationId xmlns:a16="http://schemas.microsoft.com/office/drawing/2014/main" id="{A3229770-C180-97E6-603A-D3A2CEA17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795" y="1936761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536E1CA9-CD83-B3E3-7C7C-7D0FB3E99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2325" y="1947229"/>
            <a:ext cx="8178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，则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137955F3-9398-0660-0FED-00007F6B6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794" y="2592307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那么，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19270A4-5B5E-37E7-2425-04C21A1A90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560990"/>
              </p:ext>
            </p:extLst>
          </p:nvPr>
        </p:nvGraphicFramePr>
        <p:xfrm>
          <a:off x="2527300" y="2593975"/>
          <a:ext cx="2781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81000" imgH="457200" progId="Equation.DSMT4">
                  <p:embed/>
                </p:oleObj>
              </mc:Choice>
              <mc:Fallback>
                <p:oleObj name="Equation" r:id="rId13" imgW="2781000" imgH="45720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D5A79610-E7D6-D032-4F58-4554752388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27300" y="2593975"/>
                        <a:ext cx="27813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箭头: 右 24">
            <a:extLst>
              <a:ext uri="{FF2B5EF4-FFF2-40B4-BE49-F238E27FC236}">
                <a16:creationId xmlns:a16="http://schemas.microsoft.com/office/drawing/2014/main" id="{41A89781-1C05-55BC-0CD8-01D27B0DC0C7}"/>
              </a:ext>
            </a:extLst>
          </p:cNvPr>
          <p:cNvSpPr/>
          <p:nvPr/>
        </p:nvSpPr>
        <p:spPr>
          <a:xfrm>
            <a:off x="1477999" y="3247853"/>
            <a:ext cx="772033" cy="461665"/>
          </a:xfrm>
          <a:prstGeom prst="rightArrow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619D3E7E-42D5-700C-3531-548191F0A1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149181"/>
              </p:ext>
            </p:extLst>
          </p:nvPr>
        </p:nvGraphicFramePr>
        <p:xfrm>
          <a:off x="2355850" y="3303588"/>
          <a:ext cx="3746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746160" imgH="457200" progId="Equation.DSMT4">
                  <p:embed/>
                </p:oleObj>
              </mc:Choice>
              <mc:Fallback>
                <p:oleObj name="Equation" r:id="rId15" imgW="3746160" imgH="45720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1A5C2696-435A-34B4-E1EE-2AE5896406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55850" y="3303588"/>
                        <a:ext cx="37465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FD5A81A1-58D0-9016-E7AB-87705BC807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85846"/>
              </p:ext>
            </p:extLst>
          </p:nvPr>
        </p:nvGraphicFramePr>
        <p:xfrm>
          <a:off x="2349500" y="4013200"/>
          <a:ext cx="3302000" cy="23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301920" imgH="2349360" progId="Equation.DSMT4">
                  <p:embed/>
                </p:oleObj>
              </mc:Choice>
              <mc:Fallback>
                <p:oleObj name="Equation" r:id="rId17" imgW="3301920" imgH="234936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5FDC891F-F4B7-8D44-8DC6-876BD2E981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49500" y="4013200"/>
                        <a:ext cx="3302000" cy="234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箭头: 右 29">
            <a:extLst>
              <a:ext uri="{FF2B5EF4-FFF2-40B4-BE49-F238E27FC236}">
                <a16:creationId xmlns:a16="http://schemas.microsoft.com/office/drawing/2014/main" id="{7E9AC189-7875-9914-AE17-046143D61A3C}"/>
              </a:ext>
            </a:extLst>
          </p:cNvPr>
          <p:cNvSpPr/>
          <p:nvPr/>
        </p:nvSpPr>
        <p:spPr>
          <a:xfrm>
            <a:off x="1475474" y="4831488"/>
            <a:ext cx="772033" cy="461665"/>
          </a:xfrm>
          <a:prstGeom prst="rightArrow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132B7F6D-7A3E-A11F-2D5D-1E77DAA536AB}"/>
              </a:ext>
            </a:extLst>
          </p:cNvPr>
          <p:cNvSpPr/>
          <p:nvPr/>
        </p:nvSpPr>
        <p:spPr>
          <a:xfrm>
            <a:off x="6502400" y="4831487"/>
            <a:ext cx="772033" cy="461665"/>
          </a:xfrm>
          <a:prstGeom prst="rightArrow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EC93A1A5-C08C-77CC-1D92-82B459026C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222499"/>
              </p:ext>
            </p:extLst>
          </p:nvPr>
        </p:nvGraphicFramePr>
        <p:xfrm>
          <a:off x="7591425" y="3973513"/>
          <a:ext cx="3746500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746160" imgH="2311200" progId="Equation.DSMT4">
                  <p:embed/>
                </p:oleObj>
              </mc:Choice>
              <mc:Fallback>
                <p:oleObj name="Equation" r:id="rId19" imgW="3746160" imgH="231120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DD7C5B04-74F6-8628-BEB1-87FAB6891D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591425" y="3973513"/>
                        <a:ext cx="3746500" cy="231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20">
            <a:extLst>
              <a:ext uri="{FF2B5EF4-FFF2-40B4-BE49-F238E27FC236}">
                <a16:creationId xmlns:a16="http://schemas.microsoft.com/office/drawing/2014/main" id="{F4DD2DA8-0424-8591-C428-EA9BD673A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85" y="1940540"/>
            <a:ext cx="7720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5564874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5" grpId="0" animBg="1"/>
      <p:bldP spid="30" grpId="0" animBg="1"/>
      <p:bldP spid="4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062239B-FA27-4888-9441-A33C39DD70DD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024128" y="745771"/>
                <a:ext cx="9753600" cy="95842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3.6 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求信号      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𝜶</m:t>
                        </m:r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&gt;</m:t>
                        </m:r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的傅里叶变换。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062239B-FA27-4888-9441-A33C39DD7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024128" y="745771"/>
                <a:ext cx="9753600" cy="958424"/>
              </a:xfrm>
              <a:prstGeom prst="rect">
                <a:avLst/>
              </a:prstGeom>
              <a:blipFill>
                <a:blip r:embed="rId6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4B1F881-F4AD-9952-B122-1613E1A928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764402"/>
              </p:ext>
            </p:extLst>
          </p:nvPr>
        </p:nvGraphicFramePr>
        <p:xfrm>
          <a:off x="2781300" y="968369"/>
          <a:ext cx="236220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62496" imgH="547220" progId="Equation.DSMT4">
                  <p:embed/>
                </p:oleObj>
              </mc:Choice>
              <mc:Fallback>
                <p:oleObj name="Equation" r:id="rId7" imgW="2362496" imgH="5472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81300" y="968369"/>
                        <a:ext cx="2362200" cy="547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D09A98B-054F-AA09-1BB2-EFE566FFB0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243145"/>
              </p:ext>
            </p:extLst>
          </p:nvPr>
        </p:nvGraphicFramePr>
        <p:xfrm>
          <a:off x="985838" y="1522413"/>
          <a:ext cx="6350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349680" imgH="888840" progId="Equation.DSMT4">
                  <p:embed/>
                </p:oleObj>
              </mc:Choice>
              <mc:Fallback>
                <p:oleObj name="Equation" r:id="rId9" imgW="6349680" imgH="88884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3A4A59C8-2A38-F70C-57CD-901C7C966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85838" y="1522413"/>
                        <a:ext cx="63500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1">
            <a:extLst>
              <a:ext uri="{FF2B5EF4-FFF2-40B4-BE49-F238E27FC236}">
                <a16:creationId xmlns:a16="http://schemas.microsoft.com/office/drawing/2014/main" id="{00EE3291-1ED7-4DCE-FB08-21C6B9713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7" y="2689087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F6448E4-4472-3211-1378-32816D126B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392699"/>
              </p:ext>
            </p:extLst>
          </p:nvPr>
        </p:nvGraphicFramePr>
        <p:xfrm>
          <a:off x="5287343" y="2517605"/>
          <a:ext cx="2374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74560" imgH="787320" progId="Equation.DSMT4">
                  <p:embed/>
                </p:oleObj>
              </mc:Choice>
              <mc:Fallback>
                <p:oleObj name="Equation" r:id="rId11" imgW="2374560" imgH="7873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B2619839-6731-0170-FA6C-0FA79EEC86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87343" y="2517605"/>
                        <a:ext cx="2374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897247E-141F-E155-D6E8-C085479591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621146"/>
              </p:ext>
            </p:extLst>
          </p:nvPr>
        </p:nvGraphicFramePr>
        <p:xfrm>
          <a:off x="1444625" y="2695575"/>
          <a:ext cx="3441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441600" imgH="533160" progId="Equation.DSMT4">
                  <p:embed/>
                </p:oleObj>
              </mc:Choice>
              <mc:Fallback>
                <p:oleObj name="Equation" r:id="rId13" imgW="3441600" imgH="53316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A3A40499-3FAC-CECB-3BC8-EA121E1015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44625" y="2695575"/>
                        <a:ext cx="34417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右 8">
            <a:extLst>
              <a:ext uri="{FF2B5EF4-FFF2-40B4-BE49-F238E27FC236}">
                <a16:creationId xmlns:a16="http://schemas.microsoft.com/office/drawing/2014/main" id="{3E55AF19-53AB-E27C-E5EC-CAAB5C1C3781}"/>
              </a:ext>
            </a:extLst>
          </p:cNvPr>
          <p:cNvSpPr/>
          <p:nvPr/>
        </p:nvSpPr>
        <p:spPr>
          <a:xfrm>
            <a:off x="91425" y="3804913"/>
            <a:ext cx="1444625" cy="411917"/>
          </a:xfrm>
          <a:prstGeom prst="rightArrow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 Box 21">
            <a:extLst>
              <a:ext uri="{FF2B5EF4-FFF2-40B4-BE49-F238E27FC236}">
                <a16:creationId xmlns:a16="http://schemas.microsoft.com/office/drawing/2014/main" id="{635EDFE3-DE32-6A96-8836-A35D79C8A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53" y="3423771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频移特性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8E7C53B-2754-4000-8CF4-8D7A8EC55D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050762"/>
              </p:ext>
            </p:extLst>
          </p:nvPr>
        </p:nvGraphicFramePr>
        <p:xfrm>
          <a:off x="1660525" y="3514725"/>
          <a:ext cx="6261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260760" imgH="888840" progId="Equation.DSMT4">
                  <p:embed/>
                </p:oleObj>
              </mc:Choice>
              <mc:Fallback>
                <p:oleObj name="Equation" r:id="rId15" imgW="6260760" imgH="88884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03408D27-983B-E065-3E76-0E51C02843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60525" y="3514725"/>
                        <a:ext cx="62611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A88E4E9-FCA4-AA5E-6970-46256DB0AD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473238"/>
              </p:ext>
            </p:extLst>
          </p:nvPr>
        </p:nvGraphicFramePr>
        <p:xfrm>
          <a:off x="1579849" y="4537490"/>
          <a:ext cx="6515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514920" imgH="888840" progId="Equation.DSMT4">
                  <p:embed/>
                </p:oleObj>
              </mc:Choice>
              <mc:Fallback>
                <p:oleObj name="Equation" r:id="rId17" imgW="6514920" imgH="88884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07DCE4E1-6A0E-64B7-11A0-89EAD06A41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79849" y="4537490"/>
                        <a:ext cx="65151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箭头: 右 12">
            <a:extLst>
              <a:ext uri="{FF2B5EF4-FFF2-40B4-BE49-F238E27FC236}">
                <a16:creationId xmlns:a16="http://schemas.microsoft.com/office/drawing/2014/main" id="{EC3D655A-F86B-5379-A3AA-30F6673A9946}"/>
              </a:ext>
            </a:extLst>
          </p:cNvPr>
          <p:cNvSpPr/>
          <p:nvPr/>
        </p:nvSpPr>
        <p:spPr>
          <a:xfrm>
            <a:off x="36638" y="5785610"/>
            <a:ext cx="1536523" cy="396873"/>
          </a:xfrm>
          <a:prstGeom prst="rightArrow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CB4BB42-3648-86D8-3EC5-243C56C669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780414"/>
              </p:ext>
            </p:extLst>
          </p:nvPr>
        </p:nvGraphicFramePr>
        <p:xfrm>
          <a:off x="1573161" y="5717347"/>
          <a:ext cx="5562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562360" imgH="533160" progId="Equation.DSMT4">
                  <p:embed/>
                </p:oleObj>
              </mc:Choice>
              <mc:Fallback>
                <p:oleObj name="Equation" r:id="rId19" imgW="5562360" imgH="53316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7915F1C5-6FA2-27CE-C816-C04C0A9EB8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73161" y="5717347"/>
                        <a:ext cx="55626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1">
            <a:extLst>
              <a:ext uri="{FF2B5EF4-FFF2-40B4-BE49-F238E27FC236}">
                <a16:creationId xmlns:a16="http://schemas.microsoft.com/office/drawing/2014/main" id="{8CDD4F0C-D50F-21EF-ABD3-A04A92A8B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426490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线性特性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0787A6CC-D128-A511-8133-72097D6CFA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868646"/>
              </p:ext>
            </p:extLst>
          </p:nvPr>
        </p:nvGraphicFramePr>
        <p:xfrm>
          <a:off x="8356600" y="1584325"/>
          <a:ext cx="3251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251160" imgH="634680" progId="Equation.DSMT4">
                  <p:embed/>
                </p:oleObj>
              </mc:Choice>
              <mc:Fallback>
                <p:oleObj name="Equation" r:id="rId21" imgW="3251160" imgH="63468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0C656B5E-8523-B106-5AE3-C86BBBADE6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356600" y="1584325"/>
                        <a:ext cx="32512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F0F1040B-B2F0-2E4B-B428-5B79CA153C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323483"/>
              </p:ext>
            </p:extLst>
          </p:nvPr>
        </p:nvGraphicFramePr>
        <p:xfrm>
          <a:off x="9328150" y="2357438"/>
          <a:ext cx="23368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336760" imgH="1777680" progId="Equation.DSMT4">
                  <p:embed/>
                </p:oleObj>
              </mc:Choice>
              <mc:Fallback>
                <p:oleObj name="Equation" r:id="rId23" imgW="2336760" imgH="177768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227AA965-E4D7-195B-3631-D97FD25A10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328150" y="2357438"/>
                        <a:ext cx="2336800" cy="177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DA96ECA0-E205-8864-8A97-1AB87E37AB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635882"/>
              </p:ext>
            </p:extLst>
          </p:nvPr>
        </p:nvGraphicFramePr>
        <p:xfrm>
          <a:off x="7196138" y="5558711"/>
          <a:ext cx="499586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5549760" imgH="965160" progId="Equation.DSMT4">
                  <p:embed/>
                </p:oleObj>
              </mc:Choice>
              <mc:Fallback>
                <p:oleObj name="Equation" r:id="rId25" imgW="5549760" imgH="965160" progId="Equation.DSMT4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F88CCB8D-6DDA-C160-6E52-F1A7AFFA24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196138" y="5558711"/>
                        <a:ext cx="4995862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>
            <a:extLst>
              <a:ext uri="{FF2B5EF4-FFF2-40B4-BE49-F238E27FC236}">
                <a16:creationId xmlns:a16="http://schemas.microsoft.com/office/drawing/2014/main" id="{201EC357-0377-1F16-C9EA-03CB0F032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05" y="1713006"/>
            <a:ext cx="16575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0035654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0" grpId="0"/>
      <p:bldP spid="13" grpId="0" animBg="1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366F80C-485D-451C-89D7-57BEC78C9945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74725" y="650382"/>
                <a:ext cx="9753600" cy="2078979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4.1 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连续时间实信号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𝒂</m:t>
                        </m:r>
                      </m:sub>
                    </m:sSub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𝒕</m:t>
                    </m:r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 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是频率为</a:t>
                </a: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300Hz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、</a:t>
                </a: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1.3kHz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和</a:t>
                </a:r>
                <a:r>
                  <a:rPr lang="en-US" altLang="zh-CN" sz="26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4.3kHz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的余弦信号的线性组合，现以</a:t>
                </a: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2kHz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采样频率对信号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𝒂</m:t>
                        </m:r>
                      </m:sub>
                    </m:sSub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𝒕</m:t>
                    </m:r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进行采样，恢复滤波器是截止频率为</a:t>
                </a: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900Hz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的理想低通滤波器，则通过恢复滤波器后输出信号后的各频率分量为（          ） 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366F80C-485D-451C-89D7-57BEC78C9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974725" y="650382"/>
                <a:ext cx="9753600" cy="2078979"/>
              </a:xfrm>
              <a:prstGeom prst="rect">
                <a:avLst/>
              </a:prstGeom>
              <a:blipFill>
                <a:blip r:embed="rId6"/>
                <a:stretch>
                  <a:fillRect l="-1125" r="-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C4E17E-87CF-41E3-AA2F-35EE96D2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0120" y="634873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780297F-9D39-0A46-AA44-EF9CEA47CECD}"/>
              </a:ext>
            </a:extLst>
          </p:cNvPr>
          <p:cNvSpPr/>
          <p:nvPr/>
        </p:nvSpPr>
        <p:spPr>
          <a:xfrm>
            <a:off x="7791287" y="2948324"/>
            <a:ext cx="1488664" cy="841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2D68A0A9-933B-50B5-C6E0-729097AD304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2954" b="36252"/>
          <a:stretch/>
        </p:blipFill>
        <p:spPr>
          <a:xfrm>
            <a:off x="2114521" y="4033550"/>
            <a:ext cx="2289048" cy="1287736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3C805579-F4E7-3FBE-88AF-9D5AEC5C1FB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68890"/>
          <a:stretch/>
        </p:blipFill>
        <p:spPr>
          <a:xfrm>
            <a:off x="2196738" y="2500370"/>
            <a:ext cx="2289048" cy="1300974"/>
          </a:xfrm>
          <a:prstGeom prst="rect">
            <a:avLst/>
          </a:prstGeom>
        </p:spPr>
      </p:pic>
      <p:sp>
        <p:nvSpPr>
          <p:cNvPr id="40" name="乘号 39">
            <a:extLst>
              <a:ext uri="{FF2B5EF4-FFF2-40B4-BE49-F238E27FC236}">
                <a16:creationId xmlns:a16="http://schemas.microsoft.com/office/drawing/2014/main" id="{9F7A09FF-75B7-765A-0899-9B248421C024}"/>
              </a:ext>
            </a:extLst>
          </p:cNvPr>
          <p:cNvSpPr/>
          <p:nvPr/>
        </p:nvSpPr>
        <p:spPr>
          <a:xfrm>
            <a:off x="3114014" y="3764529"/>
            <a:ext cx="454495" cy="340871"/>
          </a:xfrm>
          <a:prstGeom prst="mathMultiply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C8BE916-3F98-ECAE-0422-C114F4DE48A5}"/>
              </a:ext>
            </a:extLst>
          </p:cNvPr>
          <p:cNvSpPr txBox="1"/>
          <p:nvPr/>
        </p:nvSpPr>
        <p:spPr>
          <a:xfrm>
            <a:off x="1372235" y="4139610"/>
            <a:ext cx="6848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相乘</a:t>
            </a: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B3E8799A-EDD5-A37B-0A0C-709AEAB27073}"/>
              </a:ext>
            </a:extLst>
          </p:cNvPr>
          <p:cNvSpPr/>
          <p:nvPr/>
        </p:nvSpPr>
        <p:spPr>
          <a:xfrm rot="5400000">
            <a:off x="3151864" y="5328464"/>
            <a:ext cx="321910" cy="268648"/>
          </a:xfrm>
          <a:prstGeom prst="rightArrow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81F3248-318D-CD0E-CC3C-A7983533FB0F}"/>
              </a:ext>
            </a:extLst>
          </p:cNvPr>
          <p:cNvSpPr txBox="1"/>
          <p:nvPr/>
        </p:nvSpPr>
        <p:spPr>
          <a:xfrm>
            <a:off x="431835" y="2876687"/>
            <a:ext cx="1443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 域</a:t>
            </a:r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8254A681-2BDD-2AB9-D623-A0F6DD465C19}"/>
              </a:ext>
            </a:extLst>
          </p:cNvPr>
          <p:cNvSpPr/>
          <p:nvPr/>
        </p:nvSpPr>
        <p:spPr>
          <a:xfrm>
            <a:off x="5309226" y="3257495"/>
            <a:ext cx="542299" cy="298731"/>
          </a:xfrm>
          <a:prstGeom prst="rightArrow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60FC9BE-EFA2-BB1B-CD4B-FFD4E3869843}"/>
              </a:ext>
            </a:extLst>
          </p:cNvPr>
          <p:cNvSpPr txBox="1"/>
          <p:nvPr/>
        </p:nvSpPr>
        <p:spPr>
          <a:xfrm>
            <a:off x="5792021" y="2833062"/>
            <a:ext cx="1443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频  域</a:t>
            </a:r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83ED4ADC-9501-988A-AC88-028373C1F2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7074" y="2553318"/>
          <a:ext cx="3917325" cy="1180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3043311" imgH="938239" progId="Visio.Drawing.11">
                  <p:embed/>
                </p:oleObj>
              </mc:Choice>
              <mc:Fallback>
                <p:oleObj name="Visio" r:id="rId9" imgW="3043311" imgH="938239" progId="Visio.Drawing.11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83ED4ADC-9501-988A-AC88-028373C1F2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47074" y="2553318"/>
                        <a:ext cx="3917325" cy="1180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6">
            <a:extLst>
              <a:ext uri="{FF2B5EF4-FFF2-40B4-BE49-F238E27FC236}">
                <a16:creationId xmlns:a16="http://schemas.microsoft.com/office/drawing/2014/main" id="{2A2FCAEE-82CA-D414-A9C0-E5A6C42FD5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5050" y="3684588"/>
          <a:ext cx="15367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12520" imgH="177480" progId="Equation.DSMT4">
                  <p:embed/>
                </p:oleObj>
              </mc:Choice>
              <mc:Fallback>
                <p:oleObj name="Equation" r:id="rId11" imgW="812520" imgH="177480" progId="Equation.DSMT4">
                  <p:embed/>
                  <p:pic>
                    <p:nvPicPr>
                      <p:cNvPr id="48" name="Object 6">
                        <a:extLst>
                          <a:ext uri="{FF2B5EF4-FFF2-40B4-BE49-F238E27FC236}">
                            <a16:creationId xmlns:a16="http://schemas.microsoft.com/office/drawing/2014/main" id="{2A2FCAEE-82CA-D414-A9C0-E5A6C42FD5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3684588"/>
                        <a:ext cx="153670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48">
            <a:extLst>
              <a:ext uri="{FF2B5EF4-FFF2-40B4-BE49-F238E27FC236}">
                <a16:creationId xmlns:a16="http://schemas.microsoft.com/office/drawing/2014/main" id="{2576067F-DC14-41D6-8E54-992EBF805926}"/>
              </a:ext>
            </a:extLst>
          </p:cNvPr>
          <p:cNvSpPr txBox="1"/>
          <p:nvPr/>
        </p:nvSpPr>
        <p:spPr>
          <a:xfrm>
            <a:off x="6324101" y="4142796"/>
            <a:ext cx="6848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卷积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904908E-6270-A555-AB03-60C595588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9090" y="3734089"/>
            <a:ext cx="360362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周期延拓</a:t>
            </a:r>
          </a:p>
        </p:txBody>
      </p:sp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50E92083-BD19-E2BB-464D-50834E7EB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22194" y="4851077"/>
          <a:ext cx="2527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27200" imgH="622080" progId="Equation.DSMT4">
                  <p:embed/>
                </p:oleObj>
              </mc:Choice>
              <mc:Fallback>
                <p:oleObj name="Equation" r:id="rId13" imgW="2527200" imgH="622080" progId="Equation.DSMT4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50E92083-BD19-E2BB-464D-50834E7EB0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22194" y="4851077"/>
                        <a:ext cx="25273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E7DFB154-2EFD-DDAD-CE73-1EC48E970D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9933" y="5506553"/>
          <a:ext cx="812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12520" imgH="571320" progId="Equation.DSMT4">
                  <p:embed/>
                </p:oleObj>
              </mc:Choice>
              <mc:Fallback>
                <p:oleObj name="Equation" r:id="rId15" imgW="812520" imgH="57132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E7DFB154-2EFD-DDAD-CE73-1EC48E970D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09933" y="5506553"/>
                        <a:ext cx="8128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6">
            <a:extLst>
              <a:ext uri="{FF2B5EF4-FFF2-40B4-BE49-F238E27FC236}">
                <a16:creationId xmlns:a16="http://schemas.microsoft.com/office/drawing/2014/main" id="{EB84D2C6-6A56-9D99-9E2D-4FA170D472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9013" y="6238875"/>
          <a:ext cx="17367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27000" imgH="228600" progId="Equation.DSMT4">
                  <p:embed/>
                </p:oleObj>
              </mc:Choice>
              <mc:Fallback>
                <p:oleObj name="Equation" r:id="rId17" imgW="927000" imgH="228600" progId="Equation.DSMT4">
                  <p:embed/>
                  <p:pic>
                    <p:nvPicPr>
                      <p:cNvPr id="53" name="Object 6">
                        <a:extLst>
                          <a:ext uri="{FF2B5EF4-FFF2-40B4-BE49-F238E27FC236}">
                            <a16:creationId xmlns:a16="http://schemas.microsoft.com/office/drawing/2014/main" id="{EB84D2C6-6A56-9D99-9E2D-4FA170D472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013" y="6238875"/>
                        <a:ext cx="17367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组合 53">
            <a:extLst>
              <a:ext uri="{FF2B5EF4-FFF2-40B4-BE49-F238E27FC236}">
                <a16:creationId xmlns:a16="http://schemas.microsoft.com/office/drawing/2014/main" id="{1C072C8F-4486-31C5-1166-DE367C0A1EE3}"/>
              </a:ext>
            </a:extLst>
          </p:cNvPr>
          <p:cNvGrpSpPr/>
          <p:nvPr/>
        </p:nvGrpSpPr>
        <p:grpSpPr>
          <a:xfrm>
            <a:off x="8126143" y="5942949"/>
            <a:ext cx="839505" cy="438796"/>
            <a:chOff x="7976592" y="3933056"/>
            <a:chExt cx="639688" cy="720000"/>
          </a:xfrm>
        </p:grpSpPr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ABF3E0E-2AA3-918D-8F66-244DD84744D5}"/>
                </a:ext>
              </a:extLst>
            </p:cNvPr>
            <p:cNvCxnSpPr/>
            <p:nvPr/>
          </p:nvCxnSpPr>
          <p:spPr>
            <a:xfrm>
              <a:off x="7976592" y="3933056"/>
              <a:ext cx="0" cy="72000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DF7F19EB-61FC-6C2B-A050-349BCBE516B7}"/>
                </a:ext>
              </a:extLst>
            </p:cNvPr>
            <p:cNvCxnSpPr/>
            <p:nvPr/>
          </p:nvCxnSpPr>
          <p:spPr>
            <a:xfrm flipV="1">
              <a:off x="7976592" y="3933056"/>
              <a:ext cx="639688" cy="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8DA5281D-5889-0B8D-D28D-16DBF64B9CF4}"/>
                </a:ext>
              </a:extLst>
            </p:cNvPr>
            <p:cNvCxnSpPr/>
            <p:nvPr/>
          </p:nvCxnSpPr>
          <p:spPr>
            <a:xfrm>
              <a:off x="8616280" y="3933056"/>
              <a:ext cx="0" cy="72000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29DAB1E8-925A-F26F-1AFC-9C40952FC5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30635" y="4084981"/>
          <a:ext cx="3735631" cy="1250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9" imgW="3043311" imgH="1004648" progId="Visio.Drawing.11">
                  <p:embed/>
                </p:oleObj>
              </mc:Choice>
              <mc:Fallback>
                <p:oleObj name="Visio" r:id="rId19" imgW="3043311" imgH="1004648" progId="Visio.Drawing.11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29DAB1E8-925A-F26F-1AFC-9C40952FC5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30635" y="4084981"/>
                        <a:ext cx="3735631" cy="12507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34895764-99F6-DC59-3929-80A3A0A471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8024" y="5448198"/>
          <a:ext cx="3676548" cy="1259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1" imgW="3043311" imgH="999965" progId="Visio.Drawing.11">
                  <p:embed/>
                </p:oleObj>
              </mc:Choice>
              <mc:Fallback>
                <p:oleObj name="Visio" r:id="rId21" imgW="3043311" imgH="999965" progId="Visio.Drawing.11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34895764-99F6-DC59-3929-80A3A0A471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908024" y="5448198"/>
                        <a:ext cx="3676548" cy="1259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0" name="图片 59">
            <a:extLst>
              <a:ext uri="{FF2B5EF4-FFF2-40B4-BE49-F238E27FC236}">
                <a16:creationId xmlns:a16="http://schemas.microsoft.com/office/drawing/2014/main" id="{1A598E1E-7504-B209-A5C5-27E61812CD54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t="66691"/>
          <a:stretch/>
        </p:blipFill>
        <p:spPr>
          <a:xfrm>
            <a:off x="2245929" y="5604290"/>
            <a:ext cx="1965837" cy="1196269"/>
          </a:xfrm>
          <a:prstGeom prst="rect">
            <a:avLst/>
          </a:prstGeom>
        </p:spPr>
      </p:pic>
      <p:sp>
        <p:nvSpPr>
          <p:cNvPr id="61" name="右弧形箭头 8">
            <a:extLst>
              <a:ext uri="{FF2B5EF4-FFF2-40B4-BE49-F238E27FC236}">
                <a16:creationId xmlns:a16="http://schemas.microsoft.com/office/drawing/2014/main" id="{A79AE234-CCC1-7F26-1BCB-B3547C09CC48}"/>
              </a:ext>
            </a:extLst>
          </p:cNvPr>
          <p:cNvSpPr/>
          <p:nvPr/>
        </p:nvSpPr>
        <p:spPr>
          <a:xfrm>
            <a:off x="10472655" y="2632614"/>
            <a:ext cx="677810" cy="3773305"/>
          </a:xfrm>
          <a:prstGeom prst="curvedLeftArrow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721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3656"/>
    </mc:Choice>
    <mc:Fallback xmlns="">
      <p:transition spd="slow" advTm="3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0" grpId="0" animBg="1"/>
      <p:bldP spid="41" grpId="0"/>
      <p:bldP spid="42" grpId="0" animBg="1"/>
      <p:bldP spid="44" grpId="0"/>
      <p:bldP spid="45" grpId="0" animBg="1"/>
      <p:bldP spid="46" grpId="0"/>
      <p:bldP spid="49" grpId="0"/>
      <p:bldP spid="50" grpId="0"/>
      <p:bldP spid="6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366F80C-485D-451C-89D7-57BEC78C9945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74725" y="650382"/>
                <a:ext cx="9753600" cy="2078979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4.1 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连续时间实信号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𝒂</m:t>
                        </m:r>
                      </m:sub>
                    </m:sSub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𝒕</m:t>
                    </m:r>
                    <m:r>
                      <a:rPr lang="en-US" altLang="zh-CN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 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是频率为</a:t>
                </a: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300Hz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、</a:t>
                </a: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1.3kHz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和</a:t>
                </a:r>
                <a:r>
                  <a:rPr lang="en-US" altLang="zh-CN" sz="26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4.3kHz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的余弦信号的线性组合，现以</a:t>
                </a: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2kHz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采样频率对信号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2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𝒂</m:t>
                        </m:r>
                      </m:sub>
                    </m:sSub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𝒕</m:t>
                    </m:r>
                    <m:r>
                      <a:rPr lang="en-US" altLang="zh-CN" sz="2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进行采样，恢复滤波器是截止频率为</a:t>
                </a:r>
                <a:r>
                  <a:rPr lang="en-US" altLang="zh-CN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900Hz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的理想低通滤波器，则通过恢复滤波器后输出信号后的各频率分量为（          ） 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  <a:sym typeface="Microsoft Yahei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366F80C-485D-451C-89D7-57BEC78C9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974725" y="650382"/>
                <a:ext cx="9753600" cy="2078979"/>
              </a:xfrm>
              <a:prstGeom prst="rect">
                <a:avLst/>
              </a:prstGeom>
              <a:blipFill>
                <a:blip r:embed="rId6"/>
                <a:stretch>
                  <a:fillRect l="-1125" r="-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C4E17E-87CF-41E3-AA2F-35EE96D2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0120" y="634873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780297F-9D39-0A46-AA44-EF9CEA47CECD}"/>
              </a:ext>
            </a:extLst>
          </p:cNvPr>
          <p:cNvSpPr/>
          <p:nvPr/>
        </p:nvSpPr>
        <p:spPr>
          <a:xfrm>
            <a:off x="7791287" y="2948324"/>
            <a:ext cx="1488664" cy="8414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2D68A0A9-933B-50B5-C6E0-729097AD304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2954" b="36252"/>
          <a:stretch/>
        </p:blipFill>
        <p:spPr>
          <a:xfrm>
            <a:off x="2114521" y="4033550"/>
            <a:ext cx="2289048" cy="1287736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3C805579-F4E7-3FBE-88AF-9D5AEC5C1FB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68890"/>
          <a:stretch/>
        </p:blipFill>
        <p:spPr>
          <a:xfrm>
            <a:off x="2196738" y="2500370"/>
            <a:ext cx="2289048" cy="1300974"/>
          </a:xfrm>
          <a:prstGeom prst="rect">
            <a:avLst/>
          </a:prstGeom>
        </p:spPr>
      </p:pic>
      <p:sp>
        <p:nvSpPr>
          <p:cNvPr id="40" name="乘号 39">
            <a:extLst>
              <a:ext uri="{FF2B5EF4-FFF2-40B4-BE49-F238E27FC236}">
                <a16:creationId xmlns:a16="http://schemas.microsoft.com/office/drawing/2014/main" id="{9F7A09FF-75B7-765A-0899-9B248421C024}"/>
              </a:ext>
            </a:extLst>
          </p:cNvPr>
          <p:cNvSpPr/>
          <p:nvPr/>
        </p:nvSpPr>
        <p:spPr>
          <a:xfrm>
            <a:off x="3114014" y="3764529"/>
            <a:ext cx="454495" cy="340871"/>
          </a:xfrm>
          <a:prstGeom prst="mathMultiply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C8BE916-3F98-ECAE-0422-C114F4DE48A5}"/>
              </a:ext>
            </a:extLst>
          </p:cNvPr>
          <p:cNvSpPr txBox="1"/>
          <p:nvPr/>
        </p:nvSpPr>
        <p:spPr>
          <a:xfrm>
            <a:off x="1372235" y="4139610"/>
            <a:ext cx="6848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相乘</a:t>
            </a: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B3E8799A-EDD5-A37B-0A0C-709AEAB27073}"/>
              </a:ext>
            </a:extLst>
          </p:cNvPr>
          <p:cNvSpPr/>
          <p:nvPr/>
        </p:nvSpPr>
        <p:spPr>
          <a:xfrm rot="5400000">
            <a:off x="3151864" y="5328464"/>
            <a:ext cx="321910" cy="268648"/>
          </a:xfrm>
          <a:prstGeom prst="rightArrow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81F3248-318D-CD0E-CC3C-A7983533FB0F}"/>
              </a:ext>
            </a:extLst>
          </p:cNvPr>
          <p:cNvSpPr txBox="1"/>
          <p:nvPr/>
        </p:nvSpPr>
        <p:spPr>
          <a:xfrm>
            <a:off x="431835" y="2876687"/>
            <a:ext cx="1443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 域</a:t>
            </a:r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8254A681-2BDD-2AB9-D623-A0F6DD465C19}"/>
              </a:ext>
            </a:extLst>
          </p:cNvPr>
          <p:cNvSpPr/>
          <p:nvPr/>
        </p:nvSpPr>
        <p:spPr>
          <a:xfrm>
            <a:off x="5309226" y="3257495"/>
            <a:ext cx="542299" cy="298731"/>
          </a:xfrm>
          <a:prstGeom prst="rightArrow">
            <a:avLst/>
          </a:prstGeom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60FC9BE-EFA2-BB1B-CD4B-FFD4E3869843}"/>
              </a:ext>
            </a:extLst>
          </p:cNvPr>
          <p:cNvSpPr txBox="1"/>
          <p:nvPr/>
        </p:nvSpPr>
        <p:spPr>
          <a:xfrm>
            <a:off x="5792021" y="2833062"/>
            <a:ext cx="1443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频  域</a:t>
            </a:r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83ED4ADC-9501-988A-AC88-028373C1F2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7074" y="2553318"/>
          <a:ext cx="3917325" cy="1180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3043311" imgH="938239" progId="Visio.Drawing.11">
                  <p:embed/>
                </p:oleObj>
              </mc:Choice>
              <mc:Fallback>
                <p:oleObj name="Visio" r:id="rId9" imgW="3043311" imgH="938239" progId="Visio.Drawing.11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83ED4ADC-9501-988A-AC88-028373C1F2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47074" y="2553318"/>
                        <a:ext cx="3917325" cy="1180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6">
            <a:extLst>
              <a:ext uri="{FF2B5EF4-FFF2-40B4-BE49-F238E27FC236}">
                <a16:creationId xmlns:a16="http://schemas.microsoft.com/office/drawing/2014/main" id="{2A2FCAEE-82CA-D414-A9C0-E5A6C42FD5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5050" y="3684588"/>
          <a:ext cx="15367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12520" imgH="177480" progId="Equation.DSMT4">
                  <p:embed/>
                </p:oleObj>
              </mc:Choice>
              <mc:Fallback>
                <p:oleObj name="Equation" r:id="rId11" imgW="812520" imgH="177480" progId="Equation.DSMT4">
                  <p:embed/>
                  <p:pic>
                    <p:nvPicPr>
                      <p:cNvPr id="48" name="Object 6">
                        <a:extLst>
                          <a:ext uri="{FF2B5EF4-FFF2-40B4-BE49-F238E27FC236}">
                            <a16:creationId xmlns:a16="http://schemas.microsoft.com/office/drawing/2014/main" id="{2A2FCAEE-82CA-D414-A9C0-E5A6C42FD5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3684588"/>
                        <a:ext cx="153670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48">
            <a:extLst>
              <a:ext uri="{FF2B5EF4-FFF2-40B4-BE49-F238E27FC236}">
                <a16:creationId xmlns:a16="http://schemas.microsoft.com/office/drawing/2014/main" id="{2576067F-DC14-41D6-8E54-992EBF805926}"/>
              </a:ext>
            </a:extLst>
          </p:cNvPr>
          <p:cNvSpPr txBox="1"/>
          <p:nvPr/>
        </p:nvSpPr>
        <p:spPr>
          <a:xfrm>
            <a:off x="6324101" y="4142796"/>
            <a:ext cx="6848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卷积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904908E-6270-A555-AB03-60C595588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9090" y="3734089"/>
            <a:ext cx="360362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周期延拓</a:t>
            </a:r>
          </a:p>
        </p:txBody>
      </p:sp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50E92083-BD19-E2BB-464D-50834E7EB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22194" y="4851077"/>
          <a:ext cx="2527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27200" imgH="622080" progId="Equation.DSMT4">
                  <p:embed/>
                </p:oleObj>
              </mc:Choice>
              <mc:Fallback>
                <p:oleObj name="Equation" r:id="rId13" imgW="2527200" imgH="622080" progId="Equation.DSMT4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50E92083-BD19-E2BB-464D-50834E7EB0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22194" y="4851077"/>
                        <a:ext cx="25273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E7DFB154-2EFD-DDAD-CE73-1EC48E970D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9933" y="5506553"/>
          <a:ext cx="812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12520" imgH="571320" progId="Equation.DSMT4">
                  <p:embed/>
                </p:oleObj>
              </mc:Choice>
              <mc:Fallback>
                <p:oleObj name="Equation" r:id="rId15" imgW="812520" imgH="57132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E7DFB154-2EFD-DDAD-CE73-1EC48E970D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09933" y="5506553"/>
                        <a:ext cx="8128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6">
            <a:extLst>
              <a:ext uri="{FF2B5EF4-FFF2-40B4-BE49-F238E27FC236}">
                <a16:creationId xmlns:a16="http://schemas.microsoft.com/office/drawing/2014/main" id="{EB84D2C6-6A56-9D99-9E2D-4FA170D472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9013" y="6238875"/>
          <a:ext cx="17367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27000" imgH="228600" progId="Equation.DSMT4">
                  <p:embed/>
                </p:oleObj>
              </mc:Choice>
              <mc:Fallback>
                <p:oleObj name="Equation" r:id="rId17" imgW="927000" imgH="228600" progId="Equation.DSMT4">
                  <p:embed/>
                  <p:pic>
                    <p:nvPicPr>
                      <p:cNvPr id="53" name="Object 6">
                        <a:extLst>
                          <a:ext uri="{FF2B5EF4-FFF2-40B4-BE49-F238E27FC236}">
                            <a16:creationId xmlns:a16="http://schemas.microsoft.com/office/drawing/2014/main" id="{EB84D2C6-6A56-9D99-9E2D-4FA170D472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013" y="6238875"/>
                        <a:ext cx="17367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组合 53">
            <a:extLst>
              <a:ext uri="{FF2B5EF4-FFF2-40B4-BE49-F238E27FC236}">
                <a16:creationId xmlns:a16="http://schemas.microsoft.com/office/drawing/2014/main" id="{1C072C8F-4486-31C5-1166-DE367C0A1EE3}"/>
              </a:ext>
            </a:extLst>
          </p:cNvPr>
          <p:cNvGrpSpPr/>
          <p:nvPr/>
        </p:nvGrpSpPr>
        <p:grpSpPr>
          <a:xfrm>
            <a:off x="8126143" y="5942949"/>
            <a:ext cx="839505" cy="438796"/>
            <a:chOff x="7976592" y="3933056"/>
            <a:chExt cx="639688" cy="720000"/>
          </a:xfrm>
        </p:grpSpPr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ABF3E0E-2AA3-918D-8F66-244DD84744D5}"/>
                </a:ext>
              </a:extLst>
            </p:cNvPr>
            <p:cNvCxnSpPr/>
            <p:nvPr/>
          </p:nvCxnSpPr>
          <p:spPr>
            <a:xfrm>
              <a:off x="7976592" y="3933056"/>
              <a:ext cx="0" cy="72000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DF7F19EB-61FC-6C2B-A050-349BCBE516B7}"/>
                </a:ext>
              </a:extLst>
            </p:cNvPr>
            <p:cNvCxnSpPr/>
            <p:nvPr/>
          </p:nvCxnSpPr>
          <p:spPr>
            <a:xfrm flipV="1">
              <a:off x="7976592" y="3933056"/>
              <a:ext cx="639688" cy="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8DA5281D-5889-0B8D-D28D-16DBF64B9CF4}"/>
                </a:ext>
              </a:extLst>
            </p:cNvPr>
            <p:cNvCxnSpPr/>
            <p:nvPr/>
          </p:nvCxnSpPr>
          <p:spPr>
            <a:xfrm>
              <a:off x="8616280" y="3933056"/>
              <a:ext cx="0" cy="72000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29DAB1E8-925A-F26F-1AFC-9C40952FC5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30635" y="4084981"/>
          <a:ext cx="3735631" cy="1250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9" imgW="3043311" imgH="1004648" progId="Visio.Drawing.11">
                  <p:embed/>
                </p:oleObj>
              </mc:Choice>
              <mc:Fallback>
                <p:oleObj name="Visio" r:id="rId19" imgW="3043311" imgH="1004648" progId="Visio.Drawing.11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29DAB1E8-925A-F26F-1AFC-9C40952FC5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30635" y="4084981"/>
                        <a:ext cx="3735631" cy="12507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34895764-99F6-DC59-3929-80A3A0A471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8024" y="5448198"/>
          <a:ext cx="3676548" cy="1259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1" imgW="3043311" imgH="999965" progId="Visio.Drawing.11">
                  <p:embed/>
                </p:oleObj>
              </mc:Choice>
              <mc:Fallback>
                <p:oleObj name="Visio" r:id="rId21" imgW="3043311" imgH="999965" progId="Visio.Drawing.11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34895764-99F6-DC59-3929-80A3A0A471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908024" y="5448198"/>
                        <a:ext cx="3676548" cy="1259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0" name="图片 59">
            <a:extLst>
              <a:ext uri="{FF2B5EF4-FFF2-40B4-BE49-F238E27FC236}">
                <a16:creationId xmlns:a16="http://schemas.microsoft.com/office/drawing/2014/main" id="{1A598E1E-7504-B209-A5C5-27E61812CD54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t="66691"/>
          <a:stretch/>
        </p:blipFill>
        <p:spPr>
          <a:xfrm>
            <a:off x="2245929" y="5604290"/>
            <a:ext cx="1965837" cy="1196269"/>
          </a:xfrm>
          <a:prstGeom prst="rect">
            <a:avLst/>
          </a:prstGeom>
        </p:spPr>
      </p:pic>
      <p:sp>
        <p:nvSpPr>
          <p:cNvPr id="61" name="右弧形箭头 8">
            <a:extLst>
              <a:ext uri="{FF2B5EF4-FFF2-40B4-BE49-F238E27FC236}">
                <a16:creationId xmlns:a16="http://schemas.microsoft.com/office/drawing/2014/main" id="{A79AE234-CCC1-7F26-1BCB-B3547C09CC48}"/>
              </a:ext>
            </a:extLst>
          </p:cNvPr>
          <p:cNvSpPr/>
          <p:nvPr/>
        </p:nvSpPr>
        <p:spPr>
          <a:xfrm>
            <a:off x="10472655" y="2632614"/>
            <a:ext cx="677810" cy="3773305"/>
          </a:xfrm>
          <a:prstGeom prst="curvedLeftArrow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804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3656"/>
    </mc:Choice>
    <mc:Fallback xmlns="">
      <p:transition spd="slow" advTm="3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0" grpId="0" animBg="1"/>
      <p:bldP spid="41" grpId="0"/>
      <p:bldP spid="42" grpId="0" animBg="1"/>
      <p:bldP spid="44" grpId="0"/>
      <p:bldP spid="45" grpId="0" animBg="1"/>
      <p:bldP spid="46" grpId="0"/>
      <p:bldP spid="49" grpId="0"/>
      <p:bldP spid="50" grpId="0"/>
      <p:bldP spid="6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>
            <a:extLst>
              <a:ext uri="{FF2B5EF4-FFF2-40B4-BE49-F238E27FC236}">
                <a16:creationId xmlns:a16="http://schemas.microsoft.com/office/drawing/2014/main" id="{A2855746-94F1-4AC9-8497-EFD151E1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258357-0F90-4034-8ADF-C893564FBD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5221" y="719933"/>
            <a:ext cx="10027104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4.2 </a:t>
            </a:r>
            <a:r>
              <a:rPr lang="zh-CN" altLang="en-US" sz="26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求离散时间信号                              的离散时间傅里叶变换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。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0795671-6F48-71F9-4C71-32D08F48C3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1573" y="754403"/>
          <a:ext cx="2289175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9051" imgH="1062398" progId="Equation.DSMT4">
                  <p:embed/>
                </p:oleObj>
              </mc:Choice>
              <mc:Fallback>
                <p:oleObj name="Equation" r:id="rId6" imgW="2289051" imgH="1062398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0795671-6F48-71F9-4C71-32D08F48C3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11573" y="754403"/>
                        <a:ext cx="2289175" cy="1062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40">
            <a:extLst>
              <a:ext uri="{FF2B5EF4-FFF2-40B4-BE49-F238E27FC236}">
                <a16:creationId xmlns:a16="http://schemas.microsoft.com/office/drawing/2014/main" id="{7595D327-54CA-E0BB-33FA-65BBDCC98C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9092" y="2217824"/>
          <a:ext cx="3979862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95200" imgH="482400" progId="Equation.DSMT4">
                  <p:embed/>
                </p:oleObj>
              </mc:Choice>
              <mc:Fallback>
                <p:oleObj name="Equation" r:id="rId8" imgW="2095200" imgH="482400" progId="Equation.DSMT4">
                  <p:embed/>
                  <p:pic>
                    <p:nvPicPr>
                      <p:cNvPr id="18" name="Object 140">
                        <a:extLst>
                          <a:ext uri="{FF2B5EF4-FFF2-40B4-BE49-F238E27FC236}">
                            <a16:creationId xmlns:a16="http://schemas.microsoft.com/office/drawing/2014/main" id="{7595D327-54CA-E0BB-33FA-65BBDCC98C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9092" y="2217824"/>
                        <a:ext cx="3979862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648C0C09-65B5-789B-509A-466672DBE95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88193" y="2217824"/>
            <a:ext cx="10476071" cy="62230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Microsoft Yahei"/>
                <a:ea typeface="Microsoft Yahei"/>
                <a:sym typeface="Microsoft Yahei"/>
              </a:rPr>
              <a:t>解</a:t>
            </a:r>
            <a:r>
              <a:rPr lang="zh-CN" altLang="en-US" sz="28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：</a:t>
            </a:r>
            <a:endParaRPr lang="zh-HK" altLang="en-US" sz="2800" b="1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graphicFrame>
        <p:nvGraphicFramePr>
          <p:cNvPr id="20" name="Object 140">
            <a:extLst>
              <a:ext uri="{FF2B5EF4-FFF2-40B4-BE49-F238E27FC236}">
                <a16:creationId xmlns:a16="http://schemas.microsoft.com/office/drawing/2014/main" id="{AD8A7258-DD47-ED13-9AA5-0474A8624B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5895" y="4215118"/>
          <a:ext cx="3425825" cy="171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03240" imgH="901440" progId="Equation.DSMT4">
                  <p:embed/>
                </p:oleObj>
              </mc:Choice>
              <mc:Fallback>
                <p:oleObj name="Equation" r:id="rId10" imgW="1803240" imgH="901440" progId="Equation.DSMT4">
                  <p:embed/>
                  <p:pic>
                    <p:nvPicPr>
                      <p:cNvPr id="20" name="Object 140">
                        <a:extLst>
                          <a:ext uri="{FF2B5EF4-FFF2-40B4-BE49-F238E27FC236}">
                            <a16:creationId xmlns:a16="http://schemas.microsoft.com/office/drawing/2014/main" id="{AD8A7258-DD47-ED13-9AA5-0474A8624B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5895" y="4215118"/>
                        <a:ext cx="3425825" cy="171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0">
            <a:extLst>
              <a:ext uri="{FF2B5EF4-FFF2-40B4-BE49-F238E27FC236}">
                <a16:creationId xmlns:a16="http://schemas.microsoft.com/office/drawing/2014/main" id="{4371F090-8663-55D5-1301-F21CC971E0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5895" y="3299131"/>
          <a:ext cx="2195513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55600" imgH="482400" progId="Equation.DSMT4">
                  <p:embed/>
                </p:oleObj>
              </mc:Choice>
              <mc:Fallback>
                <p:oleObj name="Equation" r:id="rId12" imgW="1155600" imgH="482400" progId="Equation.DSMT4">
                  <p:embed/>
                  <p:pic>
                    <p:nvPicPr>
                      <p:cNvPr id="21" name="Object 140">
                        <a:extLst>
                          <a:ext uri="{FF2B5EF4-FFF2-40B4-BE49-F238E27FC236}">
                            <a16:creationId xmlns:a16="http://schemas.microsoft.com/office/drawing/2014/main" id="{4371F090-8663-55D5-1301-F21CC971E0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5895" y="3299131"/>
                        <a:ext cx="2195513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40">
            <a:extLst>
              <a:ext uri="{FF2B5EF4-FFF2-40B4-BE49-F238E27FC236}">
                <a16:creationId xmlns:a16="http://schemas.microsoft.com/office/drawing/2014/main" id="{BA3BC757-BD14-E655-33BA-F458CF4B55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6014" y="4746930"/>
          <a:ext cx="1736725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14400" imgH="622080" progId="Equation.DSMT4">
                  <p:embed/>
                </p:oleObj>
              </mc:Choice>
              <mc:Fallback>
                <p:oleObj name="Equation" r:id="rId14" imgW="914400" imgH="622080" progId="Equation.DSMT4">
                  <p:embed/>
                  <p:pic>
                    <p:nvPicPr>
                      <p:cNvPr id="22" name="Object 140">
                        <a:extLst>
                          <a:ext uri="{FF2B5EF4-FFF2-40B4-BE49-F238E27FC236}">
                            <a16:creationId xmlns:a16="http://schemas.microsoft.com/office/drawing/2014/main" id="{BA3BC757-BD14-E655-33BA-F458CF4B55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6014" y="4746930"/>
                        <a:ext cx="1736725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4534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656"/>
    </mc:Choice>
    <mc:Fallback xmlns="">
      <p:transition advTm="3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>
            <a:extLst>
              <a:ext uri="{FF2B5EF4-FFF2-40B4-BE49-F238E27FC236}">
                <a16:creationId xmlns:a16="http://schemas.microsoft.com/office/drawing/2014/main" id="{A2855746-94F1-4AC9-8497-EFD151E1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258357-0F90-4034-8ADF-C893564FBD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91671" y="1002508"/>
            <a:ext cx="11043104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4.3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已知离散信号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n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的离散时间傅里叶变换为           ，求信号                             的离散时间傅里叶变换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97F333A-FC28-23D5-1298-9458E7EBC2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01200" y="925513"/>
          <a:ext cx="1828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936" imgH="774388" progId="Equation.DSMT4">
                  <p:embed/>
                </p:oleObj>
              </mc:Choice>
              <mc:Fallback>
                <p:oleObj name="Equation" r:id="rId6" imgW="1828936" imgH="774388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C97F333A-FC28-23D5-1298-9458E7EBC2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601200" y="925513"/>
                        <a:ext cx="1828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00F03F8-EF58-121D-DDF7-6404380AB1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24713" y="1078495"/>
          <a:ext cx="7699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9737" imgH="403935" progId="Equation.DSMT4">
                  <p:embed/>
                </p:oleObj>
              </mc:Choice>
              <mc:Fallback>
                <p:oleObj name="Equation" r:id="rId8" imgW="769737" imgH="403935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00F03F8-EF58-121D-DDF7-6404380AB1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224713" y="1078495"/>
                        <a:ext cx="769937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6A0BDB8-7941-8DA2-4D64-61A57460137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91671" y="2236874"/>
            <a:ext cx="10476071" cy="62230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Microsoft Yahei"/>
                <a:ea typeface="Microsoft Yahei"/>
                <a:sym typeface="Microsoft Yahei"/>
              </a:rPr>
              <a:t>解</a:t>
            </a:r>
            <a:r>
              <a:rPr lang="zh-CN" altLang="en-US" sz="28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：</a:t>
            </a:r>
            <a:endParaRPr lang="zh-HK" altLang="en-US" sz="2800" b="1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578EF8F-D7D0-200C-B9DF-A53279DAE8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5796" y="3173217"/>
          <a:ext cx="2959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58840" imgH="495000" progId="Equation.DSMT4">
                  <p:embed/>
                </p:oleObj>
              </mc:Choice>
              <mc:Fallback>
                <p:oleObj name="Equation" r:id="rId10" imgW="2958840" imgH="4950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578EF8F-D7D0-200C-B9DF-A53279DAE8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85796" y="3173217"/>
                        <a:ext cx="29591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CAB1C38-C68E-F1F8-C44E-7B2A95B068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7875" y="2363875"/>
          <a:ext cx="2476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76440" imgH="495000" progId="Equation.DSMT4">
                  <p:embed/>
                </p:oleObj>
              </mc:Choice>
              <mc:Fallback>
                <p:oleObj name="Equation" r:id="rId12" imgW="2476440" imgH="4950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CAB1C38-C68E-F1F8-C44E-7B2A95B068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87875" y="2363875"/>
                        <a:ext cx="24765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右 8">
            <a:extLst>
              <a:ext uri="{FF2B5EF4-FFF2-40B4-BE49-F238E27FC236}">
                <a16:creationId xmlns:a16="http://schemas.microsoft.com/office/drawing/2014/main" id="{7E2E9C9F-3717-7B43-35C3-3D824F20E1DE}"/>
              </a:ext>
            </a:extLst>
          </p:cNvPr>
          <p:cNvSpPr/>
          <p:nvPr/>
        </p:nvSpPr>
        <p:spPr>
          <a:xfrm>
            <a:off x="2331588" y="3491365"/>
            <a:ext cx="1874496" cy="1771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E1893C-F337-E54C-E18A-AD7DEA9C39F8}"/>
              </a:ext>
            </a:extLst>
          </p:cNvPr>
          <p:cNvSpPr txBox="1"/>
          <p:nvPr/>
        </p:nvSpPr>
        <p:spPr>
          <a:xfrm>
            <a:off x="2211417" y="3090811"/>
            <a:ext cx="2154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共轭对称性质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D3727AA3-9276-ED4A-0C67-74B48C313713}"/>
              </a:ext>
            </a:extLst>
          </p:cNvPr>
          <p:cNvSpPr/>
          <p:nvPr/>
        </p:nvSpPr>
        <p:spPr>
          <a:xfrm>
            <a:off x="2365722" y="4245646"/>
            <a:ext cx="1874496" cy="1771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1A90083-F755-90E9-5F64-7947D999A0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5796" y="3925731"/>
          <a:ext cx="2959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58840" imgH="495000" progId="Equation.DSMT4">
                  <p:embed/>
                </p:oleObj>
              </mc:Choice>
              <mc:Fallback>
                <p:oleObj name="Equation" r:id="rId14" imgW="2958840" imgH="4950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1A90083-F755-90E9-5F64-7947D999A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85796" y="3925731"/>
                        <a:ext cx="29591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6E3099AA-EB1D-F498-5AA3-3042B4A059B4}"/>
              </a:ext>
            </a:extLst>
          </p:cNvPr>
          <p:cNvSpPr txBox="1"/>
          <p:nvPr/>
        </p:nvSpPr>
        <p:spPr>
          <a:xfrm>
            <a:off x="2191732" y="3795611"/>
            <a:ext cx="2154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时间反转性质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FEB59F5-45DF-F3CF-BD63-551935078E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7563" y="4889500"/>
          <a:ext cx="4826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825800" imgH="774360" progId="Equation.DSMT4">
                  <p:embed/>
                </p:oleObj>
              </mc:Choice>
              <mc:Fallback>
                <p:oleObj name="Equation" r:id="rId16" imgW="4825800" imgH="7743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9FEB59F5-45DF-F3CF-BD63-551935078E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087563" y="4889500"/>
                        <a:ext cx="4826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248A0AB-D518-D383-9A88-E79C0270A2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88968" y="5039518"/>
          <a:ext cx="15430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43795" imgH="474137" progId="Equation.DSMT4">
                  <p:embed/>
                </p:oleObj>
              </mc:Choice>
              <mc:Fallback>
                <p:oleObj name="Equation" r:id="rId18" imgW="1543795" imgH="474137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248A0AB-D518-D383-9A88-E79C0270A2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988968" y="5039518"/>
                        <a:ext cx="1543050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3954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656"/>
    </mc:Choice>
    <mc:Fallback xmlns="">
      <p:transition advTm="3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0" grpId="0"/>
      <p:bldP spid="11" grpId="0" animBg="1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>
            <a:extLst>
              <a:ext uri="{FF2B5EF4-FFF2-40B4-BE49-F238E27FC236}">
                <a16:creationId xmlns:a16="http://schemas.microsoft.com/office/drawing/2014/main" id="{A2855746-94F1-4AC9-8497-EFD151E1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4194" y="6356350"/>
            <a:ext cx="659606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258357-0F90-4034-8ADF-C893564FBD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5040" y="657054"/>
            <a:ext cx="9753600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4.4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已知</a:t>
            </a:r>
            <a:r>
              <a:rPr lang="en-US" altLang="zh-CN" sz="26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x</a:t>
            </a:r>
            <a:r>
              <a:rPr lang="en-US" altLang="zh-CN" sz="26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1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n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的</a:t>
            </a:r>
            <a:r>
              <a:rPr lang="en-US" altLang="zh-CN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DTFT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为</a:t>
            </a:r>
            <a:r>
              <a:rPr lang="en-US" altLang="zh-CN" sz="26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X</a:t>
            </a:r>
            <a:r>
              <a:rPr lang="en-US" altLang="zh-CN" sz="26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1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l-GR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Ω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，试用</a:t>
            </a:r>
            <a:r>
              <a:rPr lang="en-US" altLang="zh-CN" sz="26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X</a:t>
            </a:r>
            <a:r>
              <a:rPr lang="en-US" altLang="zh-CN" sz="26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1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l-GR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Ω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表示</a:t>
            </a:r>
            <a:r>
              <a:rPr lang="en-US" altLang="zh-CN" sz="26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x</a:t>
            </a:r>
            <a:r>
              <a:rPr lang="en-US" altLang="zh-CN" sz="26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2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n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的</a:t>
            </a:r>
            <a:r>
              <a:rPr lang="en-US" altLang="zh-CN" sz="2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DTFT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。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71C726D5-5B5B-2850-AA7B-78731B7C0845}"/>
              </a:ext>
            </a:extLst>
          </p:cNvPr>
          <p:cNvSpPr txBox="1"/>
          <p:nvPr/>
        </p:nvSpPr>
        <p:spPr>
          <a:xfrm>
            <a:off x="1122292" y="3998894"/>
            <a:ext cx="12051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解：</a:t>
            </a:r>
            <a:endParaRPr lang="zh-CN" altLang="en-US" sz="2400" dirty="0"/>
          </a:p>
        </p:txBody>
      </p:sp>
      <p:graphicFrame>
        <p:nvGraphicFramePr>
          <p:cNvPr id="121" name="对象 120">
            <a:extLst>
              <a:ext uri="{FF2B5EF4-FFF2-40B4-BE49-F238E27FC236}">
                <a16:creationId xmlns:a16="http://schemas.microsoft.com/office/drawing/2014/main" id="{B7ADA59A-30A5-0B0C-6822-3C4188CF08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1475" y="4067175"/>
          <a:ext cx="309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98520" imgH="380880" progId="Equation.DSMT4">
                  <p:embed/>
                </p:oleObj>
              </mc:Choice>
              <mc:Fallback>
                <p:oleObj name="Equation" r:id="rId5" imgW="3098520" imgH="380880" progId="Equation.DSMT4">
                  <p:embed/>
                  <p:pic>
                    <p:nvPicPr>
                      <p:cNvPr id="121" name="对象 120">
                        <a:extLst>
                          <a:ext uri="{FF2B5EF4-FFF2-40B4-BE49-F238E27FC236}">
                            <a16:creationId xmlns:a16="http://schemas.microsoft.com/office/drawing/2014/main" id="{B7ADA59A-30A5-0B0C-6822-3C4188CF08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1475" y="4067175"/>
                        <a:ext cx="3098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A28E6DE-2A24-518C-FFE9-68FF105F27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6928" y="4666868"/>
          <a:ext cx="3632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32040" imgH="431640" progId="Equation.DSMT4">
                  <p:embed/>
                </p:oleObj>
              </mc:Choice>
              <mc:Fallback>
                <p:oleObj name="Equation" r:id="rId7" imgW="3632040" imgH="431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A28E6DE-2A24-518C-FFE9-68FF105F27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06928" y="4666868"/>
                        <a:ext cx="3632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0CA46B4D-9130-02CB-AB21-3689B352A51E}"/>
              </a:ext>
            </a:extLst>
          </p:cNvPr>
          <p:cNvGrpSpPr/>
          <p:nvPr/>
        </p:nvGrpSpPr>
        <p:grpSpPr>
          <a:xfrm>
            <a:off x="1872120" y="1540638"/>
            <a:ext cx="2561305" cy="2233210"/>
            <a:chOff x="1927201" y="1606599"/>
            <a:chExt cx="2561305" cy="2233210"/>
          </a:xfrm>
        </p:grpSpPr>
        <p:grpSp>
          <p:nvGrpSpPr>
            <p:cNvPr id="30" name="Group 18">
              <a:extLst>
                <a:ext uri="{FF2B5EF4-FFF2-40B4-BE49-F238E27FC236}">
                  <a16:creationId xmlns:a16="http://schemas.microsoft.com/office/drawing/2014/main" id="{98F77D1D-A33E-97FD-0A72-75CD246E2F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4210" y="1819642"/>
              <a:ext cx="2554296" cy="2020167"/>
              <a:chOff x="803" y="3181"/>
              <a:chExt cx="1149" cy="1131"/>
            </a:xfrm>
          </p:grpSpPr>
          <p:sp>
            <p:nvSpPr>
              <p:cNvPr id="91" name="Line 19">
                <a:extLst>
                  <a:ext uri="{FF2B5EF4-FFF2-40B4-BE49-F238E27FC236}">
                    <a16:creationId xmlns:a16="http://schemas.microsoft.com/office/drawing/2014/main" id="{F1E4F8C8-01F3-4C77-162C-F5BECEE9F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3181"/>
                <a:ext cx="6" cy="113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" name="Line 20">
                <a:extLst>
                  <a:ext uri="{FF2B5EF4-FFF2-40B4-BE49-F238E27FC236}">
                    <a16:creationId xmlns:a16="http://schemas.microsoft.com/office/drawing/2014/main" id="{722008EB-35F1-A7D4-1EA6-17BDEB169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3" y="4082"/>
                <a:ext cx="10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" name="Line 21">
                <a:extLst>
                  <a:ext uri="{FF2B5EF4-FFF2-40B4-BE49-F238E27FC236}">
                    <a16:creationId xmlns:a16="http://schemas.microsoft.com/office/drawing/2014/main" id="{53AF0FAB-1672-1B41-C55E-6895AD23EF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24" y="3776"/>
                <a:ext cx="3" cy="30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94" name="Object 322">
                <a:extLst>
                  <a:ext uri="{FF2B5EF4-FFF2-40B4-BE49-F238E27FC236}">
                    <a16:creationId xmlns:a16="http://schemas.microsoft.com/office/drawing/2014/main" id="{FA9F053E-67CD-D130-9948-983D8896964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56" y="4091"/>
              <a:ext cx="96" cy="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52280" imgH="177840" progId="Equation.DSMT4">
                      <p:embed/>
                    </p:oleObj>
                  </mc:Choice>
                  <mc:Fallback>
                    <p:oleObj name="Equation" r:id="rId9" imgW="152280" imgH="177840" progId="Equation.DSMT4">
                      <p:embed/>
                      <p:pic>
                        <p:nvPicPr>
                          <p:cNvPr id="94" name="Object 322">
                            <a:extLst>
                              <a:ext uri="{FF2B5EF4-FFF2-40B4-BE49-F238E27FC236}">
                                <a16:creationId xmlns:a16="http://schemas.microsoft.com/office/drawing/2014/main" id="{FA9F053E-67CD-D130-9948-983D8896964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56" y="4091"/>
                            <a:ext cx="96" cy="1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5" name="Text Box 25">
                <a:extLst>
                  <a:ext uri="{FF2B5EF4-FFF2-40B4-BE49-F238E27FC236}">
                    <a16:creationId xmlns:a16="http://schemas.microsoft.com/office/drawing/2014/main" id="{28D2E9E2-E74E-ED4F-C55D-889FA6AB4D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0" y="3716"/>
                <a:ext cx="135" cy="2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algn="ctr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algn="ctr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algn="ctr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algn="ctr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algn="ctr" fontAlgn="base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algn="ctr" fontAlgn="base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algn="ctr" fontAlgn="base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algn="ctr" fontAlgn="base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40C9D349-408E-8E8A-D6DD-F0F52C71A6A0}"/>
                </a:ext>
              </a:extLst>
            </p:cNvPr>
            <p:cNvSpPr txBox="1"/>
            <p:nvPr/>
          </p:nvSpPr>
          <p:spPr>
            <a:xfrm>
              <a:off x="2578898" y="1606599"/>
              <a:ext cx="76304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/>
                  <a:cs typeface="Times New Roman" panose="02020603050405020304" pitchFamily="18" charset="0"/>
                  <a:sym typeface="Microsoft Yahei"/>
                </a:rPr>
                <a:t>x</a:t>
              </a:r>
              <a:r>
                <a:rPr lang="en-US" altLang="zh-CN" sz="1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/>
                  <a:cs typeface="Times New Roman" panose="02020603050405020304" pitchFamily="18" charset="0"/>
                  <a:sym typeface="Microsoft Yahei"/>
                </a:rPr>
                <a:t>1</a:t>
              </a: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/>
                  <a:cs typeface="Times New Roman" panose="02020603050405020304" pitchFamily="18" charset="0"/>
                  <a:sym typeface="Microsoft Yahei"/>
                </a:rPr>
                <a:t>(</a:t>
              </a:r>
              <a:r>
                <a:rPr lang="en-US" altLang="zh-CN" sz="1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/>
                  <a:cs typeface="Times New Roman" panose="02020603050405020304" pitchFamily="18" charset="0"/>
                  <a:sym typeface="Microsoft Yahei"/>
                </a:rPr>
                <a:t>n</a:t>
              </a: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/>
                  <a:cs typeface="Times New Roman" panose="02020603050405020304" pitchFamily="18" charset="0"/>
                  <a:sym typeface="Microsoft Yahei"/>
                </a:rPr>
                <a:t>)</a:t>
              </a:r>
              <a:endParaRPr lang="zh-CN" altLang="en-US" dirty="0"/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4AD2798-C45A-9EDA-5381-3F15B512975F}"/>
                </a:ext>
              </a:extLst>
            </p:cNvPr>
            <p:cNvCxnSpPr>
              <a:cxnSpLocks/>
            </p:cNvCxnSpPr>
            <p:nvPr/>
          </p:nvCxnSpPr>
          <p:spPr>
            <a:xfrm>
              <a:off x="2879011" y="3340894"/>
              <a:ext cx="0" cy="880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102DF00A-5C4C-A92C-6151-976FC721B022}"/>
                </a:ext>
              </a:extLst>
            </p:cNvPr>
            <p:cNvCxnSpPr>
              <a:cxnSpLocks/>
            </p:cNvCxnSpPr>
            <p:nvPr/>
          </p:nvCxnSpPr>
          <p:spPr>
            <a:xfrm>
              <a:off x="3271037" y="3340894"/>
              <a:ext cx="0" cy="880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Line 21">
              <a:extLst>
                <a:ext uri="{FF2B5EF4-FFF2-40B4-BE49-F238E27FC236}">
                  <a16:creationId xmlns:a16="http://schemas.microsoft.com/office/drawing/2014/main" id="{C62BBD3E-6847-1C8E-29F6-C5A8D78F51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9982" y="3134268"/>
              <a:ext cx="0" cy="29471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B73C7477-5ED4-C93F-826F-45C82A985865}"/>
                </a:ext>
              </a:extLst>
            </p:cNvPr>
            <p:cNvCxnSpPr>
              <a:cxnSpLocks/>
            </p:cNvCxnSpPr>
            <p:nvPr/>
          </p:nvCxnSpPr>
          <p:spPr>
            <a:xfrm>
              <a:off x="3642512" y="3340894"/>
              <a:ext cx="0" cy="880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Line 21">
              <a:extLst>
                <a:ext uri="{FF2B5EF4-FFF2-40B4-BE49-F238E27FC236}">
                  <a16:creationId xmlns:a16="http://schemas.microsoft.com/office/drawing/2014/main" id="{B8EDD7D4-0E1A-111B-4176-3A4F13D85D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61186" y="2502694"/>
              <a:ext cx="88" cy="9262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Line 21">
              <a:extLst>
                <a:ext uri="{FF2B5EF4-FFF2-40B4-BE49-F238E27FC236}">
                  <a16:creationId xmlns:a16="http://schemas.microsoft.com/office/drawing/2014/main" id="{214A9E7C-97E8-B5A2-E251-6CCABE27BD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34620" y="2143124"/>
              <a:ext cx="352" cy="13000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" name="Line 21">
              <a:extLst>
                <a:ext uri="{FF2B5EF4-FFF2-40B4-BE49-F238E27FC236}">
                  <a16:creationId xmlns:a16="http://schemas.microsoft.com/office/drawing/2014/main" id="{80D4CDDF-1E07-61B1-9445-C2D0DDE577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58999" y="3428983"/>
              <a:ext cx="6669" cy="1422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" name="Text Box 25">
              <a:extLst>
                <a:ext uri="{FF2B5EF4-FFF2-40B4-BE49-F238E27FC236}">
                  <a16:creationId xmlns:a16="http://schemas.microsoft.com/office/drawing/2014/main" id="{49D283FC-AA70-3ACB-BE43-FBA11C5271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7487" y="2499283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55" name="Text Box 25">
              <a:extLst>
                <a:ext uri="{FF2B5EF4-FFF2-40B4-BE49-F238E27FC236}">
                  <a16:creationId xmlns:a16="http://schemas.microsoft.com/office/drawing/2014/main" id="{3DDCA64B-6E04-CF08-6D27-27081DAAF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5377" y="2143124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63" name="Text Box 25">
              <a:extLst>
                <a:ext uri="{FF2B5EF4-FFF2-40B4-BE49-F238E27FC236}">
                  <a16:creationId xmlns:a16="http://schemas.microsoft.com/office/drawing/2014/main" id="{F45CFEAD-446F-6BF2-C9C9-9A7090C2AC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857" y="1832770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</a:p>
          </p:txBody>
        </p:sp>
        <p:sp>
          <p:nvSpPr>
            <p:cNvPr id="64" name="Line 21">
              <a:extLst>
                <a:ext uri="{FF2B5EF4-FFF2-40B4-BE49-F238E27FC236}">
                  <a16:creationId xmlns:a16="http://schemas.microsoft.com/office/drawing/2014/main" id="{5360818C-77E1-8419-C380-DA2ABFEA14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01999" y="3428982"/>
              <a:ext cx="3335" cy="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" name="Text Box 25">
              <a:extLst>
                <a:ext uri="{FF2B5EF4-FFF2-40B4-BE49-F238E27FC236}">
                  <a16:creationId xmlns:a16="http://schemas.microsoft.com/office/drawing/2014/main" id="{D1E2A00E-8075-2392-8E96-3D08DEBFA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6922" y="3384029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66" name="Text Box 25">
              <a:extLst>
                <a:ext uri="{FF2B5EF4-FFF2-40B4-BE49-F238E27FC236}">
                  <a16:creationId xmlns:a16="http://schemas.microsoft.com/office/drawing/2014/main" id="{3B203B61-6FF1-945A-3704-107722817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201" y="3427381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-1</a:t>
              </a:r>
            </a:p>
          </p:txBody>
        </p:sp>
        <p:sp>
          <p:nvSpPr>
            <p:cNvPr id="67" name="Text Box 25">
              <a:extLst>
                <a:ext uri="{FF2B5EF4-FFF2-40B4-BE49-F238E27FC236}">
                  <a16:creationId xmlns:a16="http://schemas.microsoft.com/office/drawing/2014/main" id="{3BE99D5E-65DA-5E6B-7DEC-EE53901E12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4440" y="3384359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73" name="Text Box 25">
              <a:extLst>
                <a:ext uri="{FF2B5EF4-FFF2-40B4-BE49-F238E27FC236}">
                  <a16:creationId xmlns:a16="http://schemas.microsoft.com/office/drawing/2014/main" id="{449818A2-8AF8-BD9D-0BC6-3221D7F7C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8631" y="3378009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83" name="Text Box 25">
              <a:extLst>
                <a:ext uri="{FF2B5EF4-FFF2-40B4-BE49-F238E27FC236}">
                  <a16:creationId xmlns:a16="http://schemas.microsoft.com/office/drawing/2014/main" id="{3B6D49AB-BA11-7D26-3896-B29DC47EB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3649" y="3384641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</a:p>
          </p:txBody>
        </p:sp>
        <p:sp>
          <p:nvSpPr>
            <p:cNvPr id="88" name="Text Box 25">
              <a:extLst>
                <a:ext uri="{FF2B5EF4-FFF2-40B4-BE49-F238E27FC236}">
                  <a16:creationId xmlns:a16="http://schemas.microsoft.com/office/drawing/2014/main" id="{ABE93ED2-3CC7-33B9-D284-589556635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0824" y="3384359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5F289252-6FAC-0904-533F-091E1BCE9376}"/>
              </a:ext>
            </a:extLst>
          </p:cNvPr>
          <p:cNvGrpSpPr/>
          <p:nvPr/>
        </p:nvGrpSpPr>
        <p:grpSpPr>
          <a:xfrm>
            <a:off x="6677492" y="1423220"/>
            <a:ext cx="3849319" cy="2233210"/>
            <a:chOff x="6768852" y="1575830"/>
            <a:chExt cx="3849319" cy="2233210"/>
          </a:xfrm>
        </p:grpSpPr>
        <p:sp>
          <p:nvSpPr>
            <p:cNvPr id="96" name="Line 19">
              <a:extLst>
                <a:ext uri="{FF2B5EF4-FFF2-40B4-BE49-F238E27FC236}">
                  <a16:creationId xmlns:a16="http://schemas.microsoft.com/office/drawing/2014/main" id="{FD7E21E1-9645-A98A-C369-CBF1E1122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21127" y="1788873"/>
              <a:ext cx="13338" cy="20201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7" name="Line 20">
              <a:extLst>
                <a:ext uri="{FF2B5EF4-FFF2-40B4-BE49-F238E27FC236}">
                  <a16:creationId xmlns:a16="http://schemas.microsoft.com/office/drawing/2014/main" id="{E7A3BDE3-7C92-E782-5AAE-0247E95ED0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68852" y="3408005"/>
              <a:ext cx="3693088" cy="3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8" name="Line 21">
              <a:extLst>
                <a:ext uri="{FF2B5EF4-FFF2-40B4-BE49-F238E27FC236}">
                  <a16:creationId xmlns:a16="http://schemas.microsoft.com/office/drawing/2014/main" id="{5EB05E43-6801-0623-880A-FD2912D6F8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694601" y="2851649"/>
              <a:ext cx="6669" cy="54657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graphicFrame>
          <p:nvGraphicFramePr>
            <p:cNvPr id="99" name="Object 322">
              <a:extLst>
                <a:ext uri="{FF2B5EF4-FFF2-40B4-BE49-F238E27FC236}">
                  <a16:creationId xmlns:a16="http://schemas.microsoft.com/office/drawing/2014/main" id="{89175DB1-11F5-261A-6B3F-BFEB6EA700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04757" y="3411396"/>
            <a:ext cx="213414" cy="248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52280" imgH="177840" progId="Equation.3">
                    <p:embed/>
                  </p:oleObj>
                </mc:Choice>
                <mc:Fallback>
                  <p:oleObj name="公式" r:id="rId11" imgW="152280" imgH="177840" progId="Equation.3">
                    <p:embed/>
                    <p:pic>
                      <p:nvPicPr>
                        <p:cNvPr id="99" name="Object 322">
                          <a:extLst>
                            <a:ext uri="{FF2B5EF4-FFF2-40B4-BE49-F238E27FC236}">
                              <a16:creationId xmlns:a16="http://schemas.microsoft.com/office/drawing/2014/main" id="{89175DB1-11F5-261A-6B3F-BFEB6EA700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04757" y="3411396"/>
                          <a:ext cx="213414" cy="248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" name="Text Box 25">
              <a:extLst>
                <a:ext uri="{FF2B5EF4-FFF2-40B4-BE49-F238E27FC236}">
                  <a16:creationId xmlns:a16="http://schemas.microsoft.com/office/drawing/2014/main" id="{90C5BF27-1F43-B645-05B7-6B652160C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5558" y="2744478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177530D4-83C0-F7F6-A9D8-A3ABEC4432E2}"/>
                </a:ext>
              </a:extLst>
            </p:cNvPr>
            <p:cNvSpPr txBox="1"/>
            <p:nvPr/>
          </p:nvSpPr>
          <p:spPr>
            <a:xfrm>
              <a:off x="7403381" y="1575830"/>
              <a:ext cx="76304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Microsoft Yahei"/>
                  <a:cs typeface="Times New Roman" panose="02020603050405020304" pitchFamily="18" charset="0"/>
                  <a:sym typeface="Microsoft Yahei"/>
                </a:rPr>
                <a:t>x</a:t>
              </a:r>
              <a:r>
                <a:rPr lang="en-US" altLang="zh-CN" sz="1800" b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Microsoft Yahei"/>
                  <a:cs typeface="Times New Roman" panose="02020603050405020304" pitchFamily="18" charset="0"/>
                  <a:sym typeface="Microsoft Yahei"/>
                </a:rPr>
                <a:t>2</a:t>
              </a: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/>
                  <a:cs typeface="Times New Roman" panose="02020603050405020304" pitchFamily="18" charset="0"/>
                  <a:sym typeface="Microsoft Yahei"/>
                </a:rPr>
                <a:t>(</a:t>
              </a:r>
              <a:r>
                <a:rPr lang="en-US" altLang="zh-CN" sz="1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/>
                  <a:cs typeface="Times New Roman" panose="02020603050405020304" pitchFamily="18" charset="0"/>
                  <a:sym typeface="Microsoft Yahei"/>
                </a:rPr>
                <a:t>n</a:t>
              </a: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ahei"/>
                  <a:cs typeface="Times New Roman" panose="02020603050405020304" pitchFamily="18" charset="0"/>
                  <a:sym typeface="Microsoft Yahei"/>
                </a:rPr>
                <a:t>)</a:t>
              </a:r>
              <a:endParaRPr lang="zh-CN" altLang="en-US" dirty="0"/>
            </a:p>
          </p:txBody>
        </p: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09743A23-291A-8A33-4E52-477FEA3B0D9E}"/>
                </a:ext>
              </a:extLst>
            </p:cNvPr>
            <p:cNvCxnSpPr>
              <a:cxnSpLocks/>
            </p:cNvCxnSpPr>
            <p:nvPr/>
          </p:nvCxnSpPr>
          <p:spPr>
            <a:xfrm>
              <a:off x="7703494" y="3310125"/>
              <a:ext cx="0" cy="880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DB7F53F4-6EB4-3629-CC05-2236760C5019}"/>
                </a:ext>
              </a:extLst>
            </p:cNvPr>
            <p:cNvCxnSpPr>
              <a:cxnSpLocks/>
            </p:cNvCxnSpPr>
            <p:nvPr/>
          </p:nvCxnSpPr>
          <p:spPr>
            <a:xfrm>
              <a:off x="8095520" y="3310125"/>
              <a:ext cx="0" cy="880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Line 21">
              <a:extLst>
                <a:ext uri="{FF2B5EF4-FFF2-40B4-BE49-F238E27FC236}">
                  <a16:creationId xmlns:a16="http://schemas.microsoft.com/office/drawing/2014/main" id="{3A18D837-4F6A-819D-7EC9-9F1EDDCB3A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34465" y="3103499"/>
              <a:ext cx="0" cy="29471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0CA94A51-AE6E-7654-81B8-ED269C025C9E}"/>
                </a:ext>
              </a:extLst>
            </p:cNvPr>
            <p:cNvCxnSpPr>
              <a:cxnSpLocks/>
            </p:cNvCxnSpPr>
            <p:nvPr/>
          </p:nvCxnSpPr>
          <p:spPr>
            <a:xfrm>
              <a:off x="8466995" y="3310125"/>
              <a:ext cx="0" cy="880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Line 21">
              <a:extLst>
                <a:ext uri="{FF2B5EF4-FFF2-40B4-BE49-F238E27FC236}">
                  <a16:creationId xmlns:a16="http://schemas.microsoft.com/office/drawing/2014/main" id="{9DE0C667-3817-651D-C6D6-1C1F6407E0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085669" y="2471925"/>
              <a:ext cx="88" cy="9262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0" name="Line 21">
              <a:extLst>
                <a:ext uri="{FF2B5EF4-FFF2-40B4-BE49-F238E27FC236}">
                  <a16:creationId xmlns:a16="http://schemas.microsoft.com/office/drawing/2014/main" id="{D605DEC2-CEB8-6F0F-710B-8EDAB86B9C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459103" y="2112355"/>
              <a:ext cx="352" cy="13000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1" name="Line 21">
              <a:extLst>
                <a:ext uri="{FF2B5EF4-FFF2-40B4-BE49-F238E27FC236}">
                  <a16:creationId xmlns:a16="http://schemas.microsoft.com/office/drawing/2014/main" id="{E282E120-6041-EA9C-555F-80D0668BC9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83482" y="3398214"/>
              <a:ext cx="6669" cy="1422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2" name="Text Box 25">
              <a:extLst>
                <a:ext uri="{FF2B5EF4-FFF2-40B4-BE49-F238E27FC236}">
                  <a16:creationId xmlns:a16="http://schemas.microsoft.com/office/drawing/2014/main" id="{4AE03059-F4F7-601C-063A-8F8D6295C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1970" y="2468514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113" name="Text Box 25">
              <a:extLst>
                <a:ext uri="{FF2B5EF4-FFF2-40B4-BE49-F238E27FC236}">
                  <a16:creationId xmlns:a16="http://schemas.microsoft.com/office/drawing/2014/main" id="{6F2F7684-2DFC-D66E-F188-8C84C32C44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9860" y="2112355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114" name="Text Box 25">
              <a:extLst>
                <a:ext uri="{FF2B5EF4-FFF2-40B4-BE49-F238E27FC236}">
                  <a16:creationId xmlns:a16="http://schemas.microsoft.com/office/drawing/2014/main" id="{CE580B31-56C4-F880-4A1E-927AC3D95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1049" y="1738906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</a:p>
          </p:txBody>
        </p:sp>
        <p:sp>
          <p:nvSpPr>
            <p:cNvPr id="115" name="Line 21">
              <a:extLst>
                <a:ext uri="{FF2B5EF4-FFF2-40B4-BE49-F238E27FC236}">
                  <a16:creationId xmlns:a16="http://schemas.microsoft.com/office/drawing/2014/main" id="{B8858CEB-1EB4-1C26-6A8A-79A4C6F0EE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201283" y="3403102"/>
              <a:ext cx="3335" cy="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8" name="Text Box 25">
              <a:extLst>
                <a:ext uri="{FF2B5EF4-FFF2-40B4-BE49-F238E27FC236}">
                  <a16:creationId xmlns:a16="http://schemas.microsoft.com/office/drawing/2014/main" id="{F9CFC862-4101-577F-928A-3EBEF3244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1405" y="3353260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22" name="Text Box 25">
              <a:extLst>
                <a:ext uri="{FF2B5EF4-FFF2-40B4-BE49-F238E27FC236}">
                  <a16:creationId xmlns:a16="http://schemas.microsoft.com/office/drawing/2014/main" id="{A7869ACF-C6E6-D7B6-74FD-856AA648B2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0766" y="3372529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-1</a:t>
              </a:r>
            </a:p>
          </p:txBody>
        </p:sp>
        <p:sp>
          <p:nvSpPr>
            <p:cNvPr id="123" name="Text Box 25">
              <a:extLst>
                <a:ext uri="{FF2B5EF4-FFF2-40B4-BE49-F238E27FC236}">
                  <a16:creationId xmlns:a16="http://schemas.microsoft.com/office/drawing/2014/main" id="{FD5D2549-3EC1-35B5-E51E-65844876F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8923" y="3353590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124" name="Text Box 25">
              <a:extLst>
                <a:ext uri="{FF2B5EF4-FFF2-40B4-BE49-F238E27FC236}">
                  <a16:creationId xmlns:a16="http://schemas.microsoft.com/office/drawing/2014/main" id="{50357232-BCE0-361A-DF9F-3795FF77B1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3114" y="3347240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125" name="Text Box 25">
              <a:extLst>
                <a:ext uri="{FF2B5EF4-FFF2-40B4-BE49-F238E27FC236}">
                  <a16:creationId xmlns:a16="http://schemas.microsoft.com/office/drawing/2014/main" id="{61EE9C20-24C3-3AFB-180B-9E8CB8C4B9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9760" y="1723832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</a:p>
          </p:txBody>
        </p:sp>
        <p:sp>
          <p:nvSpPr>
            <p:cNvPr id="126" name="Text Box 25">
              <a:extLst>
                <a:ext uri="{FF2B5EF4-FFF2-40B4-BE49-F238E27FC236}">
                  <a16:creationId xmlns:a16="http://schemas.microsoft.com/office/drawing/2014/main" id="{2E9752B5-B145-1CE2-CD21-837DBE5FA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5307" y="3353590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27" name="Line 21">
              <a:extLst>
                <a:ext uri="{FF2B5EF4-FFF2-40B4-BE49-F238E27FC236}">
                  <a16:creationId xmlns:a16="http://schemas.microsoft.com/office/drawing/2014/main" id="{6DDFE63C-B97E-07F4-D707-D00EC6F0AC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19817" y="2112355"/>
              <a:ext cx="352" cy="130008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8" name="Line 21">
              <a:extLst>
                <a:ext uri="{FF2B5EF4-FFF2-40B4-BE49-F238E27FC236}">
                  <a16:creationId xmlns:a16="http://schemas.microsoft.com/office/drawing/2014/main" id="{373DDE71-506A-8644-F7A6-3FE0F44882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171807" y="2478657"/>
              <a:ext cx="88" cy="9262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9" name="Line 21">
              <a:extLst>
                <a:ext uri="{FF2B5EF4-FFF2-40B4-BE49-F238E27FC236}">
                  <a16:creationId xmlns:a16="http://schemas.microsoft.com/office/drawing/2014/main" id="{D9F2DB2F-0285-81CA-2E71-238896C05F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516864" y="2851649"/>
              <a:ext cx="6669" cy="54657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0" name="Line 21">
              <a:extLst>
                <a:ext uri="{FF2B5EF4-FFF2-40B4-BE49-F238E27FC236}">
                  <a16:creationId xmlns:a16="http://schemas.microsoft.com/office/drawing/2014/main" id="{8BCA005B-B0C6-5A91-DBD7-BD33B1F9B1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64075" y="3124934"/>
              <a:ext cx="0" cy="29471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1" name="Text Box 25">
              <a:extLst>
                <a:ext uri="{FF2B5EF4-FFF2-40B4-BE49-F238E27FC236}">
                  <a16:creationId xmlns:a16="http://schemas.microsoft.com/office/drawing/2014/main" id="{53B2B4E2-A92E-6807-1996-BFD0CEBC4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8577" y="3344984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4</a:t>
              </a:r>
            </a:p>
          </p:txBody>
        </p:sp>
        <p:sp>
          <p:nvSpPr>
            <p:cNvPr id="132" name="Text Box 25">
              <a:extLst>
                <a:ext uri="{FF2B5EF4-FFF2-40B4-BE49-F238E27FC236}">
                  <a16:creationId xmlns:a16="http://schemas.microsoft.com/office/drawing/2014/main" id="{D4B8B2C7-2E6C-5BA6-7C03-1B92A2B54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5784" y="3338391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133" name="Text Box 25">
              <a:extLst>
                <a:ext uri="{FF2B5EF4-FFF2-40B4-BE49-F238E27FC236}">
                  <a16:creationId xmlns:a16="http://schemas.microsoft.com/office/drawing/2014/main" id="{965749C6-B6FF-E47B-7BBC-7D6280CFE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73476" y="3344984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6</a:t>
              </a:r>
            </a:p>
          </p:txBody>
        </p:sp>
        <p:sp>
          <p:nvSpPr>
            <p:cNvPr id="134" name="Text Box 25">
              <a:extLst>
                <a:ext uri="{FF2B5EF4-FFF2-40B4-BE49-F238E27FC236}">
                  <a16:creationId xmlns:a16="http://schemas.microsoft.com/office/drawing/2014/main" id="{2EF52E9E-7418-32FC-656A-E10355F913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96414" y="3353260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7</a:t>
              </a:r>
            </a:p>
          </p:txBody>
        </p:sp>
        <p:sp>
          <p:nvSpPr>
            <p:cNvPr id="135" name="Text Box 25">
              <a:extLst>
                <a:ext uri="{FF2B5EF4-FFF2-40B4-BE49-F238E27FC236}">
                  <a16:creationId xmlns:a16="http://schemas.microsoft.com/office/drawing/2014/main" id="{8928D786-950E-AA99-E209-8226F9EF3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42666" y="3384359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8</a:t>
              </a:r>
            </a:p>
          </p:txBody>
        </p:sp>
        <p:sp>
          <p:nvSpPr>
            <p:cNvPr id="136" name="Text Box 25">
              <a:extLst>
                <a:ext uri="{FF2B5EF4-FFF2-40B4-BE49-F238E27FC236}">
                  <a16:creationId xmlns:a16="http://schemas.microsoft.com/office/drawing/2014/main" id="{58FDB868-925B-6653-6F18-974EA447D7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1750" y="2097843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137" name="Text Box 25">
              <a:extLst>
                <a:ext uri="{FF2B5EF4-FFF2-40B4-BE49-F238E27FC236}">
                  <a16:creationId xmlns:a16="http://schemas.microsoft.com/office/drawing/2014/main" id="{C314E165-F108-DD31-FD98-543232360F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66807" y="2461772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138" name="Text Box 25">
              <a:extLst>
                <a:ext uri="{FF2B5EF4-FFF2-40B4-BE49-F238E27FC236}">
                  <a16:creationId xmlns:a16="http://schemas.microsoft.com/office/drawing/2014/main" id="{8403505E-68CC-BF88-8B2F-A932BD5E2D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1775" y="2718686"/>
              <a:ext cx="300113" cy="367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algn="ctr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fontAlgn="base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1</a:t>
              </a:r>
            </a:p>
          </p:txBody>
        </p:sp>
      </p:grpSp>
      <p:graphicFrame>
        <p:nvGraphicFramePr>
          <p:cNvPr id="140" name="对象 139">
            <a:extLst>
              <a:ext uri="{FF2B5EF4-FFF2-40B4-BE49-F238E27FC236}">
                <a16:creationId xmlns:a16="http://schemas.microsoft.com/office/drawing/2014/main" id="{1FD4DF4B-C016-6DD2-3B86-8E0BA8A209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9545" y="5318125"/>
          <a:ext cx="411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14800" imgH="431640" progId="Equation.DSMT4">
                  <p:embed/>
                </p:oleObj>
              </mc:Choice>
              <mc:Fallback>
                <p:oleObj name="Equation" r:id="rId12" imgW="4114800" imgH="431640" progId="Equation.DSMT4">
                  <p:embed/>
                  <p:pic>
                    <p:nvPicPr>
                      <p:cNvPr id="140" name="对象 139">
                        <a:extLst>
                          <a:ext uri="{FF2B5EF4-FFF2-40B4-BE49-F238E27FC236}">
                            <a16:creationId xmlns:a16="http://schemas.microsoft.com/office/drawing/2014/main" id="{1FD4DF4B-C016-6DD2-3B86-8E0BA8A209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699545" y="5318125"/>
                        <a:ext cx="41148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" name="对象 140">
            <a:extLst>
              <a:ext uri="{FF2B5EF4-FFF2-40B4-BE49-F238E27FC236}">
                <a16:creationId xmlns:a16="http://schemas.microsoft.com/office/drawing/2014/main" id="{2F9F52C0-2A1C-7C0F-5BC6-49870A2E14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8825" y="5961063"/>
          <a:ext cx="5981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981400" imgH="431640" progId="Equation.DSMT4">
                  <p:embed/>
                </p:oleObj>
              </mc:Choice>
              <mc:Fallback>
                <p:oleObj name="Equation" r:id="rId14" imgW="5981400" imgH="431640" progId="Equation.DSMT4">
                  <p:embed/>
                  <p:pic>
                    <p:nvPicPr>
                      <p:cNvPr id="141" name="对象 140">
                        <a:extLst>
                          <a:ext uri="{FF2B5EF4-FFF2-40B4-BE49-F238E27FC236}">
                            <a16:creationId xmlns:a16="http://schemas.microsoft.com/office/drawing/2014/main" id="{2F9F52C0-2A1C-7C0F-5BC6-49870A2E14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28825" y="5961063"/>
                        <a:ext cx="59817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5174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656"/>
    </mc:Choice>
    <mc:Fallback xmlns="">
      <p:transition advTm="3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62239B-FA27-4888-9441-A33C39DD70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10783" y="840583"/>
            <a:ext cx="9933441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4.5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计算下列频谱函数对应的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n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。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8153B1-FAB4-96CC-A3F6-D5EFF2D035AD}"/>
              </a:ext>
            </a:extLst>
          </p:cNvPr>
          <p:cNvSpPr txBox="1"/>
          <p:nvPr/>
        </p:nvSpPr>
        <p:spPr>
          <a:xfrm>
            <a:off x="1010783" y="2301359"/>
            <a:ext cx="1037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解：</a:t>
            </a:r>
            <a:endParaRPr lang="zh-CN" altLang="en-US" sz="24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ECA48C5-33C2-C2E4-2867-72D4864738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66670" y="946944"/>
          <a:ext cx="3328987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28448" imgH="1004436" progId="Equation.DSMT4">
                  <p:embed/>
                </p:oleObj>
              </mc:Choice>
              <mc:Fallback>
                <p:oleObj name="Equation" r:id="rId5" imgW="3328448" imgH="1004436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ECA48C5-33C2-C2E4-2867-72D4864738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66670" y="946944"/>
                        <a:ext cx="3328987" cy="1004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BFA1743F-C616-065B-A8F3-49ABB641E6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8263" y="2098675"/>
          <a:ext cx="4978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978080" imgH="850680" progId="Equation.DSMT4">
                  <p:embed/>
                </p:oleObj>
              </mc:Choice>
              <mc:Fallback>
                <p:oleObj name="Equation" r:id="rId7" imgW="4978080" imgH="8506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BFA1743F-C616-065B-A8F3-49ABB641E6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08263" y="2098675"/>
                        <a:ext cx="49784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9BE8E0A2-7D96-C86E-33FD-EA470FD78E7F}"/>
              </a:ext>
            </a:extLst>
          </p:cNvPr>
          <p:cNvSpPr txBox="1"/>
          <p:nvPr/>
        </p:nvSpPr>
        <p:spPr>
          <a:xfrm>
            <a:off x="2048413" y="3140649"/>
            <a:ext cx="6097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由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DTFT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的频域微分特性</a:t>
            </a:r>
            <a:endParaRPr lang="zh-CN" altLang="en-US" sz="2400" dirty="0"/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2171FC97-D099-10EB-4D91-3B2DC990FE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6925" y="2989263"/>
          <a:ext cx="2692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92080" imgH="736560" progId="Equation.DSMT4">
                  <p:embed/>
                </p:oleObj>
              </mc:Choice>
              <mc:Fallback>
                <p:oleObj name="Equation" r:id="rId9" imgW="2692080" imgH="73656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2171FC97-D099-10EB-4D91-3B2DC990FE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76925" y="2989263"/>
                        <a:ext cx="2692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DF1D36CE-0B34-F04E-0189-634E878118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0175" y="3889375"/>
          <a:ext cx="4457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57520" imgH="787320" progId="Equation.DSMT4">
                  <p:embed/>
                </p:oleObj>
              </mc:Choice>
              <mc:Fallback>
                <p:oleObj name="Equation" r:id="rId11" imgW="4457520" imgH="78732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DF1D36CE-0B34-F04E-0189-634E878118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70175" y="3889375"/>
                        <a:ext cx="4457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E1E86D9E-8840-2CA7-D361-E797F306A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6603" y="3793388"/>
          <a:ext cx="17780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77680" imgH="1002960" progId="Equation.DSMT4">
                  <p:embed/>
                </p:oleObj>
              </mc:Choice>
              <mc:Fallback>
                <p:oleObj name="Equation" r:id="rId13" imgW="1777680" imgH="100296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E1E86D9E-8840-2CA7-D361-E797F306AF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56603" y="3793388"/>
                        <a:ext cx="1778000" cy="100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9F6A20D5-3A93-0FBF-9BAD-158A740AEA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5138" y="5067300"/>
          <a:ext cx="59436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943600" imgH="1282680" progId="Equation.DSMT4">
                  <p:embed/>
                </p:oleObj>
              </mc:Choice>
              <mc:Fallback>
                <p:oleObj name="Equation" r:id="rId15" imgW="5943600" imgH="128268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9F6A20D5-3A93-0FBF-9BAD-158A740AEA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05138" y="5067300"/>
                        <a:ext cx="5943600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84391022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0768" y="6356350"/>
            <a:ext cx="1153031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62239B-FA27-4888-9441-A33C39DD70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25071" y="768590"/>
            <a:ext cx="9753600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5.1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求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-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u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(-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t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的双边拉普拉斯变换，并指出其收敛域。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2346258-2E3C-C293-A2C6-2525A1715046}"/>
              </a:ext>
            </a:extLst>
          </p:cNvPr>
          <p:cNvSpPr txBox="1"/>
          <p:nvPr/>
        </p:nvSpPr>
        <p:spPr>
          <a:xfrm>
            <a:off x="1034778" y="1979820"/>
            <a:ext cx="716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解：</a:t>
            </a:r>
            <a:endParaRPr lang="zh-CN" altLang="en-US" sz="2400" dirty="0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D0A3FA9-FB62-BD32-63CA-80D34CBDF1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3946" y="1886802"/>
          <a:ext cx="3098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98520" imgH="647640" progId="Equation.DSMT4">
                  <p:embed/>
                </p:oleObj>
              </mc:Choice>
              <mc:Fallback>
                <p:oleObj name="Equation" r:id="rId5" imgW="3098520" imgH="6476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D0A3FA9-FB62-BD32-63CA-80D34CBDF1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3946" y="1886802"/>
                        <a:ext cx="30988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0801DB1-8FCF-A01F-01CE-75A65169D3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76495" y="1886802"/>
          <a:ext cx="1714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14320" imgH="647640" progId="Equation.DSMT4">
                  <p:embed/>
                </p:oleObj>
              </mc:Choice>
              <mc:Fallback>
                <p:oleObj name="Equation" r:id="rId7" imgW="1714320" imgH="647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0801DB1-8FCF-A01F-01CE-75A65169D3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76495" y="1886802"/>
                        <a:ext cx="17145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3A3A6AE-FE5C-0561-08AD-905F280D94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3423" y="2962242"/>
          <a:ext cx="2413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2720" imgH="774360" progId="Equation.DSMT4">
                  <p:embed/>
                </p:oleObj>
              </mc:Choice>
              <mc:Fallback>
                <p:oleObj name="Equation" r:id="rId9" imgW="2412720" imgH="7743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3A3A6AE-FE5C-0561-08AD-905F280D94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63423" y="2962242"/>
                        <a:ext cx="2413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CECE25C-D406-E090-7DCA-546ACBF2A6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3423" y="4164682"/>
          <a:ext cx="2184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84120" imgH="736560" progId="Equation.DSMT4">
                  <p:embed/>
                </p:oleObj>
              </mc:Choice>
              <mc:Fallback>
                <p:oleObj name="Equation" r:id="rId11" imgW="2184120" imgH="73656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5CECE25C-D406-E090-7DCA-546ACBF2A6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63423" y="4164682"/>
                        <a:ext cx="2184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352114667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271054-25A6-0A15-31F1-A7D109FB84AB}"/>
              </a:ext>
            </a:extLst>
          </p:cNvPr>
          <p:cNvSpPr txBox="1"/>
          <p:nvPr/>
        </p:nvSpPr>
        <p:spPr>
          <a:xfrm>
            <a:off x="1135848" y="2704039"/>
            <a:ext cx="9048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解：</a:t>
            </a:r>
            <a:endParaRPr lang="zh-CN" altLang="en-US" sz="2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663A39-D8F7-BEBA-3DFE-E6782A3B9E72}"/>
              </a:ext>
            </a:extLst>
          </p:cNvPr>
          <p:cNvSpPr txBox="1"/>
          <p:nvPr/>
        </p:nvSpPr>
        <p:spPr>
          <a:xfrm>
            <a:off x="1135848" y="686791"/>
            <a:ext cx="9573427" cy="62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5.2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求下列信号的双边拉普拉斯变换，并指明收敛域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4E497B9-3CB3-5086-7BBA-57BEBC9740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4278" y="1471557"/>
          <a:ext cx="2209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680" imgH="952200" progId="Equation.DSMT4">
                  <p:embed/>
                </p:oleObj>
              </mc:Choice>
              <mc:Fallback>
                <p:oleObj name="Equation" r:id="rId4" imgW="2209680" imgH="9522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4E497B9-3CB3-5086-7BBA-57BEBC974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04278" y="1471557"/>
                        <a:ext cx="22098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68F5221-9D9E-A71A-4F2F-A98DC6D814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2175" y="2587306"/>
          <a:ext cx="45466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46440" imgH="647640" progId="Equation.DSMT4">
                  <p:embed/>
                </p:oleObj>
              </mc:Choice>
              <mc:Fallback>
                <p:oleObj name="Equation" r:id="rId6" imgW="4546440" imgH="6476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68F5221-9D9E-A71A-4F2F-A98DC6D814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22175" y="2587306"/>
                        <a:ext cx="45466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00A0B17F-DBF2-D7C6-AB9B-55FB31D79973}"/>
              </a:ext>
            </a:extLst>
          </p:cNvPr>
          <p:cNvSpPr txBox="1"/>
          <p:nvPr/>
        </p:nvSpPr>
        <p:spPr>
          <a:xfrm>
            <a:off x="2210610" y="3618690"/>
            <a:ext cx="7838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使得两个积分存在的收敛域分别为                  和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B099330-8678-903F-DE4E-4E25766D0A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5938" y="3684588"/>
          <a:ext cx="1358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8640" imgH="330120" progId="Equation.DSMT4">
                  <p:embed/>
                </p:oleObj>
              </mc:Choice>
              <mc:Fallback>
                <p:oleObj name="Equation" r:id="rId8" imgW="1358640" imgH="3301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DB099330-8678-903F-DE4E-4E25766D0A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65938" y="3684588"/>
                        <a:ext cx="1358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29928B1-DEE9-E2F4-1ABA-1B6BAFFD3C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99500" y="3667125"/>
          <a:ext cx="1181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80800" imgH="330120" progId="Equation.DSMT4">
                  <p:embed/>
                </p:oleObj>
              </mc:Choice>
              <mc:Fallback>
                <p:oleObj name="Equation" r:id="rId10" imgW="1180800" imgH="3301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929928B1-DEE9-E2F4-1ABA-1B6BAFFD3C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699500" y="3667125"/>
                        <a:ext cx="1181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525E5C42-4F31-B685-DBB9-B8A5FCBA5BF1}"/>
              </a:ext>
            </a:extLst>
          </p:cNvPr>
          <p:cNvSpPr txBox="1"/>
          <p:nvPr/>
        </p:nvSpPr>
        <p:spPr>
          <a:xfrm>
            <a:off x="2234085" y="4368334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它们没有交集，因此该拉普拉斯变换不存在</a:t>
            </a:r>
            <a:endParaRPr lang="zh-CN" alt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3485953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D0D47A-3BA8-52FC-9AA3-28C1B69E855E}"/>
              </a:ext>
            </a:extLst>
          </p:cNvPr>
          <p:cNvSpPr txBox="1"/>
          <p:nvPr/>
        </p:nvSpPr>
        <p:spPr>
          <a:xfrm>
            <a:off x="1135848" y="2704039"/>
            <a:ext cx="9048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解：</a:t>
            </a:r>
            <a:endParaRPr lang="zh-CN" altLang="en-US" sz="2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9811FB-7358-83E7-E865-9910D1ADA1EE}"/>
              </a:ext>
            </a:extLst>
          </p:cNvPr>
          <p:cNvSpPr txBox="1"/>
          <p:nvPr/>
        </p:nvSpPr>
        <p:spPr>
          <a:xfrm>
            <a:off x="1135848" y="686791"/>
            <a:ext cx="9573427" cy="62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5.3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求下列信号的双边拉普拉斯变换，并指明收敛域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7471B24-D69B-E781-1353-69B451E2C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2175" y="2587306"/>
          <a:ext cx="45466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46440" imgH="647640" progId="Equation.DSMT4">
                  <p:embed/>
                </p:oleObj>
              </mc:Choice>
              <mc:Fallback>
                <p:oleObj name="Equation" r:id="rId4" imgW="4546440" imgH="647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7471B24-D69B-E781-1353-69B451E2C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22175" y="2587306"/>
                        <a:ext cx="45466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64587299-2145-51C6-2D30-36DC6E865594}"/>
              </a:ext>
            </a:extLst>
          </p:cNvPr>
          <p:cNvSpPr txBox="1"/>
          <p:nvPr/>
        </p:nvSpPr>
        <p:spPr>
          <a:xfrm>
            <a:off x="2040723" y="4361380"/>
            <a:ext cx="8927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收敛域为                   和                的交集</a:t>
            </a: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5F54FE7-07C0-68E6-52BE-A4C6942E6B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8070" y="4427112"/>
          <a:ext cx="1358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58640" imgH="330120" progId="Equation.DSMT4">
                  <p:embed/>
                </p:oleObj>
              </mc:Choice>
              <mc:Fallback>
                <p:oleObj name="Equation" r:id="rId6" imgW="1358640" imgH="3301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5F54FE7-07C0-68E6-52BE-A4C6942E6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58070" y="4427112"/>
                        <a:ext cx="1358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BA27DED-0756-07A3-1163-FD46AA7883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0299" y="4427112"/>
          <a:ext cx="1181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0800" imgH="330120" progId="Equation.DSMT4">
                  <p:embed/>
                </p:oleObj>
              </mc:Choice>
              <mc:Fallback>
                <p:oleObj name="Equation" r:id="rId8" imgW="1180800" imgH="3301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9BA27DED-0756-07A3-1163-FD46AA7883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150299" y="4427112"/>
                        <a:ext cx="1181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86B61217-E27B-E2AE-4016-B4B9614EDF85}"/>
              </a:ext>
            </a:extLst>
          </p:cNvPr>
          <p:cNvSpPr txBox="1"/>
          <p:nvPr/>
        </p:nvSpPr>
        <p:spPr>
          <a:xfrm>
            <a:off x="2064198" y="5111024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即</a:t>
            </a:r>
            <a:endParaRPr lang="zh-CN" altLang="en-US" sz="2400" dirty="0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D974292-6AC3-9476-995F-462DCDE498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5834" y="1346827"/>
          <a:ext cx="2286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171" imgH="952594" progId="Equation.DSMT4">
                  <p:embed/>
                </p:oleObj>
              </mc:Choice>
              <mc:Fallback>
                <p:oleObj name="Equation" r:id="rId10" imgW="2286171" imgH="952594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3D974292-6AC3-9476-995F-462DCDE498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65834" y="1346827"/>
                        <a:ext cx="22860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3BE368F6-5A81-53D8-F01C-2AC836FA9D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5834" y="3425701"/>
          <a:ext cx="179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90640" imgH="736560" progId="Equation.DSMT4">
                  <p:embed/>
                </p:oleObj>
              </mc:Choice>
              <mc:Fallback>
                <p:oleObj name="Equation" r:id="rId12" imgW="1790640" imgH="73656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3BE368F6-5A81-53D8-F01C-2AC836FA9D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65834" y="3425701"/>
                        <a:ext cx="1790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C9929153-92B0-A0F7-7E74-E458E70762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665" y="5162099"/>
          <a:ext cx="1816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15840" imgH="330120" progId="Equation.DSMT4">
                  <p:embed/>
                </p:oleObj>
              </mc:Choice>
              <mc:Fallback>
                <p:oleObj name="Equation" r:id="rId14" imgW="1815840" imgH="3301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C9929153-92B0-A0F7-7E74-E458E70762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90665" y="5162099"/>
                        <a:ext cx="1816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91340575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>
            <a:extLst>
              <a:ext uri="{FF2B5EF4-FFF2-40B4-BE49-F238E27FC236}">
                <a16:creationId xmlns:a16="http://schemas.microsoft.com/office/drawing/2014/main" id="{4366F80C-485D-451C-89D7-57BEC78C994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3661" y="1139229"/>
            <a:ext cx="653682" cy="63410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5.4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C4E17E-87CF-41E3-AA2F-35EE96D2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0120" y="634873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26D896A-C1E4-BFE8-1E9A-403000F6D52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1" r="50000" b="-4838"/>
          <a:stretch/>
        </p:blipFill>
        <p:spPr>
          <a:xfrm>
            <a:off x="1839052" y="699433"/>
            <a:ext cx="8093584" cy="1693112"/>
          </a:xfrm>
          <a:prstGeom prst="rect">
            <a:avLst/>
          </a:prstGeom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E1A04F4-6AA9-D57D-DC47-0F90109312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5063" y="2347913"/>
          <a:ext cx="48514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51360" imgH="1002960" progId="Equation.DSMT4">
                  <p:embed/>
                </p:oleObj>
              </mc:Choice>
              <mc:Fallback>
                <p:oleObj name="Equation" r:id="rId7" imgW="4851360" imgH="1002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E1A04F4-6AA9-D57D-DC47-0F90109312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05063" y="2347913"/>
                        <a:ext cx="4851400" cy="100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FD094D1-3124-1060-63AB-57A84668888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53661" y="2392545"/>
            <a:ext cx="1058389" cy="62230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Microsoft Yahei"/>
                <a:ea typeface="Microsoft Yahei"/>
                <a:sym typeface="Microsoft Yahei"/>
              </a:rPr>
              <a:t>解</a:t>
            </a:r>
            <a:r>
              <a:rPr lang="zh-CN" altLang="en-US" sz="28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：</a:t>
            </a:r>
            <a:endParaRPr lang="zh-HK" altLang="en-US" sz="2800" b="1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E324A36-6D48-427A-1CB1-7361F692E2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9944" y="3583825"/>
          <a:ext cx="2755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55800" imgH="914400" progId="Equation.DSMT4">
                  <p:embed/>
                </p:oleObj>
              </mc:Choice>
              <mc:Fallback>
                <p:oleObj name="Equation" r:id="rId9" imgW="2755800" imgH="914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E324A36-6D48-427A-1CB1-7361F692E2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29944" y="3583825"/>
                        <a:ext cx="27559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586E73E-A9E6-C255-48C4-DF27920894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181" y="4845050"/>
          <a:ext cx="4495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95680" imgH="482400" progId="Equation.DSMT4">
                  <p:embed/>
                </p:oleObj>
              </mc:Choice>
              <mc:Fallback>
                <p:oleObj name="Equation" r:id="rId11" imgW="449568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586E73E-A9E6-C255-48C4-DF27920894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39181" y="4845050"/>
                        <a:ext cx="4495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71667976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>
            <a:extLst>
              <a:ext uri="{FF2B5EF4-FFF2-40B4-BE49-F238E27FC236}">
                <a16:creationId xmlns:a16="http://schemas.microsoft.com/office/drawing/2014/main" id="{A2855746-94F1-4AC9-8497-EFD151E1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258357-0F90-4034-8ADF-C893564FBD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1429" y="715901"/>
            <a:ext cx="11089142" cy="155892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5.5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对于拉普拉斯变换及其收敛域                            ，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-3&lt; Re{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s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} &lt;-2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，确定相应的时间信号 ：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0795671-6F48-71F9-4C71-32D08F48C3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4610" y="752673"/>
          <a:ext cx="2289175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9051" imgH="1062398" progId="Equation.DSMT4">
                  <p:embed/>
                </p:oleObj>
              </mc:Choice>
              <mc:Fallback>
                <p:oleObj name="Equation" r:id="rId6" imgW="2289051" imgH="1062398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50795671-6F48-71F9-4C71-32D08F48C3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54610" y="752673"/>
                        <a:ext cx="2289175" cy="1062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648C0C09-65B5-789B-509A-466672DBE95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1429" y="2307637"/>
            <a:ext cx="1033413" cy="62230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Microsoft Yahei"/>
                <a:ea typeface="Microsoft Yahei"/>
                <a:sym typeface="Microsoft Yahei"/>
              </a:rPr>
              <a:t>解</a:t>
            </a:r>
            <a:r>
              <a:rPr lang="zh-CN" altLang="en-US" sz="28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：</a:t>
            </a:r>
            <a:endParaRPr lang="zh-HK" altLang="en-US" sz="2800" b="1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F54CD91-E970-04DB-2923-0255C3A314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560" y="2484564"/>
          <a:ext cx="3263262" cy="890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280" imgH="291960" progId="Equation.DSMT4">
                  <p:embed/>
                </p:oleObj>
              </mc:Choice>
              <mc:Fallback>
                <p:oleObj name="Equation" r:id="rId8" imgW="1079280" imgH="2919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CF54CD91-E970-04DB-2923-0255C3A314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560" y="2484564"/>
                        <a:ext cx="3263262" cy="8907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箭头: 下 2">
            <a:extLst>
              <a:ext uri="{FF2B5EF4-FFF2-40B4-BE49-F238E27FC236}">
                <a16:creationId xmlns:a16="http://schemas.microsoft.com/office/drawing/2014/main" id="{D8E2FCE4-2705-5942-6DBE-7746B9FF89D6}"/>
              </a:ext>
            </a:extLst>
          </p:cNvPr>
          <p:cNvSpPr/>
          <p:nvPr/>
        </p:nvSpPr>
        <p:spPr>
          <a:xfrm>
            <a:off x="5222081" y="3511996"/>
            <a:ext cx="236220" cy="4117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9D98B2-3F84-56C7-6CA0-021F433DF12F}"/>
              </a:ext>
            </a:extLst>
          </p:cNvPr>
          <p:cNvSpPr txBox="1"/>
          <p:nvPr/>
        </p:nvSpPr>
        <p:spPr>
          <a:xfrm>
            <a:off x="5776794" y="3533229"/>
            <a:ext cx="1813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-3&lt;Re{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s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}&lt;-2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41A7574-9141-E35E-F64B-54A9398357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4980" y="4135968"/>
          <a:ext cx="33035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1880" imgH="177480" progId="Equation.DSMT4">
                  <p:embed/>
                </p:oleObj>
              </mc:Choice>
              <mc:Fallback>
                <p:oleObj name="Equation" r:id="rId10" imgW="1091880" imgH="177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41A7574-9141-E35E-F64B-54A9398357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4980" y="4135968"/>
                        <a:ext cx="3303587" cy="542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63818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656"/>
    </mc:Choice>
    <mc:Fallback xmlns="">
      <p:transition advTm="3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>
            <a:extLst>
              <a:ext uri="{FF2B5EF4-FFF2-40B4-BE49-F238E27FC236}">
                <a16:creationId xmlns:a16="http://schemas.microsoft.com/office/drawing/2014/main" id="{A2855746-94F1-4AC9-8497-EFD151E1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258357-0F90-4034-8ADF-C893564FBD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3003" y="1476059"/>
            <a:ext cx="11043104" cy="9584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5.6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系统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（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1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）求系统函数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H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s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 ；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（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2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）求单位冲激响应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h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t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，并分析其因果性和稳定性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  <a:p>
            <a:pPr>
              <a:lnSpc>
                <a:spcPct val="150000"/>
              </a:lnSpc>
            </a:pP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A0BDB8-7941-8DA2-4D64-61A57460137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09772" y="2570956"/>
            <a:ext cx="1244260" cy="62230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Microsoft Yahei"/>
                <a:ea typeface="Microsoft Yahei"/>
                <a:sym typeface="Microsoft Yahei"/>
              </a:rPr>
              <a:t>解</a:t>
            </a:r>
            <a:r>
              <a:rPr lang="zh-CN" altLang="en-US" sz="2800" b="1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：</a:t>
            </a:r>
            <a:endParaRPr lang="zh-HK" altLang="en-US" sz="2800" b="1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CB900AA-4A35-0F33-491D-CD60AA804A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5938" y="868099"/>
          <a:ext cx="417671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75952" imgH="470897" progId="Equation.DSMT4">
                  <p:embed/>
                </p:oleObj>
              </mc:Choice>
              <mc:Fallback>
                <p:oleObj name="Equation" r:id="rId6" imgW="4175952" imgH="470897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CB900AA-4A35-0F33-491D-CD60AA804A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85938" y="868099"/>
                        <a:ext cx="4176713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ABA0D07-5C50-007A-7420-0D7E1C19DD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4111" y="2754113"/>
          <a:ext cx="46783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47840" imgH="228600" progId="Equation.DSMT4">
                  <p:embed/>
                </p:oleObj>
              </mc:Choice>
              <mc:Fallback>
                <p:oleObj name="Equation" r:id="rId8" imgW="2247840" imgH="2286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ABA0D07-5C50-007A-7420-0D7E1C19DD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4111" y="2754113"/>
                        <a:ext cx="4678363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CD94DB77-6376-5BC0-D5BE-4A1126C602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0087" y="3316697"/>
          <a:ext cx="2617787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57120" imgH="368280" progId="Equation.DSMT4">
                  <p:embed/>
                </p:oleObj>
              </mc:Choice>
              <mc:Fallback>
                <p:oleObj name="Equation" r:id="rId10" imgW="1257120" imgH="368280" progId="Equation.DSMT4">
                  <p:embed/>
                  <p:pic>
                    <p:nvPicPr>
                      <p:cNvPr id="17" name="Object 4">
                        <a:extLst>
                          <a:ext uri="{FF2B5EF4-FFF2-40B4-BE49-F238E27FC236}">
                            <a16:creationId xmlns:a16="http://schemas.microsoft.com/office/drawing/2014/main" id="{CD94DB77-6376-5BC0-D5BE-4A1126C602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7" y="3316697"/>
                        <a:ext cx="2617787" cy="757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5BF857C0-435F-E4B3-4A8B-FA3EE9F7AB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4111" y="4159383"/>
          <a:ext cx="4125913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81080" imgH="368280" progId="Equation.DSMT4">
                  <p:embed/>
                </p:oleObj>
              </mc:Choice>
              <mc:Fallback>
                <p:oleObj name="Equation" r:id="rId12" imgW="1981080" imgH="368280" progId="Equation.DSMT4">
                  <p:embed/>
                  <p:pic>
                    <p:nvPicPr>
                      <p:cNvPr id="18" name="Object 5">
                        <a:extLst>
                          <a:ext uri="{FF2B5EF4-FFF2-40B4-BE49-F238E27FC236}">
                            <a16:creationId xmlns:a16="http://schemas.microsoft.com/office/drawing/2014/main" id="{5BF857C0-435F-E4B3-4A8B-FA3EE9F7AB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4111" y="4159383"/>
                        <a:ext cx="4125913" cy="757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>
            <a:extLst>
              <a:ext uri="{FF2B5EF4-FFF2-40B4-BE49-F238E27FC236}">
                <a16:creationId xmlns:a16="http://schemas.microsoft.com/office/drawing/2014/main" id="{A99057F2-9087-FFFF-0694-22BFB6317D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6631" y="4209109"/>
          <a:ext cx="1639887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87320" imgH="342720" progId="Equation.DSMT4">
                  <p:embed/>
                </p:oleObj>
              </mc:Choice>
              <mc:Fallback>
                <p:oleObj name="Equation" r:id="rId14" imgW="787320" imgH="342720" progId="Equation.DSMT4">
                  <p:embed/>
                  <p:pic>
                    <p:nvPicPr>
                      <p:cNvPr id="19" name="Object 6">
                        <a:extLst>
                          <a:ext uri="{FF2B5EF4-FFF2-40B4-BE49-F238E27FC236}">
                            <a16:creationId xmlns:a16="http://schemas.microsoft.com/office/drawing/2014/main" id="{A99057F2-9087-FFFF-0694-22BFB6317D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631" y="4209109"/>
                        <a:ext cx="1639887" cy="704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87941957-6C47-5142-129C-22481B70BE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8529" y="5099328"/>
          <a:ext cx="2828926" cy="475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58640" imgH="228600" progId="Equation.DSMT4">
                  <p:embed/>
                </p:oleObj>
              </mc:Choice>
              <mc:Fallback>
                <p:oleObj name="Equation" r:id="rId16" imgW="1358640" imgH="228600" progId="Equation.DSMT4">
                  <p:embed/>
                  <p:pic>
                    <p:nvPicPr>
                      <p:cNvPr id="20" name="Object 4">
                        <a:extLst>
                          <a:ext uri="{FF2B5EF4-FFF2-40B4-BE49-F238E27FC236}">
                            <a16:creationId xmlns:a16="http://schemas.microsoft.com/office/drawing/2014/main" id="{87941957-6C47-5142-129C-22481B70BE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8529" y="5099328"/>
                        <a:ext cx="2828926" cy="4754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5">
            <a:extLst>
              <a:ext uri="{FF2B5EF4-FFF2-40B4-BE49-F238E27FC236}">
                <a16:creationId xmlns:a16="http://schemas.microsoft.com/office/drawing/2014/main" id="{414564C6-E184-95BC-6BBB-2E3E404358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0087" y="5087516"/>
          <a:ext cx="2592387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44520" imgH="203040" progId="Equation.DSMT4">
                  <p:embed/>
                </p:oleObj>
              </mc:Choice>
              <mc:Fallback>
                <p:oleObj name="Equation" r:id="rId18" imgW="1244520" imgH="203040" progId="Equation.DSMT4">
                  <p:embed/>
                  <p:pic>
                    <p:nvPicPr>
                      <p:cNvPr id="21" name="Object 5">
                        <a:extLst>
                          <a:ext uri="{FF2B5EF4-FFF2-40B4-BE49-F238E27FC236}">
                            <a16:creationId xmlns:a16="http://schemas.microsoft.com/office/drawing/2014/main" id="{414564C6-E184-95BC-6BBB-2E3E404358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7" y="5087516"/>
                        <a:ext cx="2592387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5">
            <a:extLst>
              <a:ext uri="{FF2B5EF4-FFF2-40B4-BE49-F238E27FC236}">
                <a16:creationId xmlns:a16="http://schemas.microsoft.com/office/drawing/2014/main" id="{93213E72-0427-D114-75E5-EDF73522A9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0087" y="5646316"/>
          <a:ext cx="2592387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44520" imgH="203040" progId="Equation.DSMT4">
                  <p:embed/>
                </p:oleObj>
              </mc:Choice>
              <mc:Fallback>
                <p:oleObj name="Equation" r:id="rId20" imgW="1244520" imgH="203040" progId="Equation.DSMT4">
                  <p:embed/>
                  <p:pic>
                    <p:nvPicPr>
                      <p:cNvPr id="22" name="Object 5">
                        <a:extLst>
                          <a:ext uri="{FF2B5EF4-FFF2-40B4-BE49-F238E27FC236}">
                            <a16:creationId xmlns:a16="http://schemas.microsoft.com/office/drawing/2014/main" id="{93213E72-0427-D114-75E5-EDF73522A9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7" y="5646316"/>
                        <a:ext cx="2592387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0A2974F3-F99F-3BAB-996C-E13E0A460A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0732" y="6288526"/>
          <a:ext cx="31464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11280" imgH="203040" progId="Equation.DSMT4">
                  <p:embed/>
                </p:oleObj>
              </mc:Choice>
              <mc:Fallback>
                <p:oleObj name="Equation" r:id="rId22" imgW="1511280" imgH="203040" progId="Equation.DSMT4">
                  <p:embed/>
                  <p:pic>
                    <p:nvPicPr>
                      <p:cNvPr id="24" name="Object 5">
                        <a:extLst>
                          <a:ext uri="{FF2B5EF4-FFF2-40B4-BE49-F238E27FC236}">
                            <a16:creationId xmlns:a16="http://schemas.microsoft.com/office/drawing/2014/main" id="{0A2974F3-F99F-3BAB-996C-E13E0A460A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732" y="6288526"/>
                        <a:ext cx="3146425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">
            <a:extLst>
              <a:ext uri="{FF2B5EF4-FFF2-40B4-BE49-F238E27FC236}">
                <a16:creationId xmlns:a16="http://schemas.microsoft.com/office/drawing/2014/main" id="{1C6CDF86-2F17-22C4-3C73-33559FB795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8529" y="5595285"/>
          <a:ext cx="3440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50960" imgH="228600" progId="Equation.DSMT4">
                  <p:embed/>
                </p:oleObj>
              </mc:Choice>
              <mc:Fallback>
                <p:oleObj name="Equation" r:id="rId24" imgW="1650960" imgH="228600" progId="Equation.DSMT4">
                  <p:embed/>
                  <p:pic>
                    <p:nvPicPr>
                      <p:cNvPr id="25" name="Object 6">
                        <a:extLst>
                          <a:ext uri="{FF2B5EF4-FFF2-40B4-BE49-F238E27FC236}">
                            <a16:creationId xmlns:a16="http://schemas.microsoft.com/office/drawing/2014/main" id="{1C6CDF86-2F17-22C4-3C73-33559FB795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8529" y="5595285"/>
                        <a:ext cx="3440113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>
            <a:extLst>
              <a:ext uri="{FF2B5EF4-FFF2-40B4-BE49-F238E27FC236}">
                <a16:creationId xmlns:a16="http://schemas.microsoft.com/office/drawing/2014/main" id="{E42B58B4-9669-476E-5D40-51107FFA50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60257" y="6266815"/>
          <a:ext cx="32813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574640" imgH="228600" progId="Equation.DSMT4">
                  <p:embed/>
                </p:oleObj>
              </mc:Choice>
              <mc:Fallback>
                <p:oleObj name="Equation" r:id="rId26" imgW="1574640" imgH="228600" progId="Equation.DSMT4">
                  <p:embed/>
                  <p:pic>
                    <p:nvPicPr>
                      <p:cNvPr id="26" name="Object 6">
                        <a:extLst>
                          <a:ext uri="{FF2B5EF4-FFF2-40B4-BE49-F238E27FC236}">
                            <a16:creationId xmlns:a16="http://schemas.microsoft.com/office/drawing/2014/main" id="{E42B58B4-9669-476E-5D40-51107FFA50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0257" y="6266815"/>
                        <a:ext cx="3281362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">
            <a:extLst>
              <a:ext uri="{FF2B5EF4-FFF2-40B4-BE49-F238E27FC236}">
                <a16:creationId xmlns:a16="http://schemas.microsoft.com/office/drawing/2014/main" id="{459BB3BA-B4A4-FD26-8AF1-5BF719AFFB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53625" y="5233988"/>
          <a:ext cx="142875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85800" imgH="190440" progId="Equation.DSMT4">
                  <p:embed/>
                </p:oleObj>
              </mc:Choice>
              <mc:Fallback>
                <p:oleObj name="Equation" r:id="rId28" imgW="685800" imgH="190440" progId="Equation.DSMT4">
                  <p:embed/>
                  <p:pic>
                    <p:nvPicPr>
                      <p:cNvPr id="27" name="Object 5">
                        <a:extLst>
                          <a:ext uri="{FF2B5EF4-FFF2-40B4-BE49-F238E27FC236}">
                            <a16:creationId xmlns:a16="http://schemas.microsoft.com/office/drawing/2014/main" id="{459BB3BA-B4A4-FD26-8AF1-5BF719AFFB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25" y="5233988"/>
                        <a:ext cx="1428750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">
            <a:extLst>
              <a:ext uri="{FF2B5EF4-FFF2-40B4-BE49-F238E27FC236}">
                <a16:creationId xmlns:a16="http://schemas.microsoft.com/office/drawing/2014/main" id="{DBAFFD4F-C1B0-731D-404A-D3831AFE47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60049" y="5773875"/>
          <a:ext cx="19573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939600" imgH="190440" progId="Equation.DSMT4">
                  <p:embed/>
                </p:oleObj>
              </mc:Choice>
              <mc:Fallback>
                <p:oleObj name="Equation" r:id="rId30" imgW="939600" imgH="190440" progId="Equation.DSMT4">
                  <p:embed/>
                  <p:pic>
                    <p:nvPicPr>
                      <p:cNvPr id="28" name="Object 5">
                        <a:extLst>
                          <a:ext uri="{FF2B5EF4-FFF2-40B4-BE49-F238E27FC236}">
                            <a16:creationId xmlns:a16="http://schemas.microsoft.com/office/drawing/2014/main" id="{DBAFFD4F-C1B0-731D-404A-D3831AFE47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60049" y="5773875"/>
                        <a:ext cx="1957387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>
            <a:extLst>
              <a:ext uri="{FF2B5EF4-FFF2-40B4-BE49-F238E27FC236}">
                <a16:creationId xmlns:a16="http://schemas.microsoft.com/office/drawing/2014/main" id="{CAF8A512-434C-F335-CC90-DD5B532DCD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8461" y="6266815"/>
          <a:ext cx="19589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939600" imgH="190440" progId="Equation.DSMT4">
                  <p:embed/>
                </p:oleObj>
              </mc:Choice>
              <mc:Fallback>
                <p:oleObj name="Equation" r:id="rId32" imgW="939600" imgH="190440" progId="Equation.DSMT4">
                  <p:embed/>
                  <p:pic>
                    <p:nvPicPr>
                      <p:cNvPr id="29" name="Object 5">
                        <a:extLst>
                          <a:ext uri="{FF2B5EF4-FFF2-40B4-BE49-F238E27FC236}">
                            <a16:creationId xmlns:a16="http://schemas.microsoft.com/office/drawing/2014/main" id="{CAF8A512-434C-F335-CC90-DD5B532DCD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461" y="6266815"/>
                        <a:ext cx="1958975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296911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656"/>
    </mc:Choice>
    <mc:Fallback xmlns="">
      <p:transition advTm="3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>
            <a:extLst>
              <a:ext uri="{FF2B5EF4-FFF2-40B4-BE49-F238E27FC236}">
                <a16:creationId xmlns:a16="http://schemas.microsoft.com/office/drawing/2014/main" id="{A2855746-94F1-4AC9-8497-EFD151E1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258357-0F90-4034-8ADF-C893564FBD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37839" y="596882"/>
            <a:ext cx="11368815" cy="36328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5.7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给定系统微分方程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（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1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）当输入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t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 =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u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t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时，求解该系统的零状态响应；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（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2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）已知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y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(0</a:t>
            </a:r>
            <a:r>
              <a:rPr lang="en-US" altLang="zh-CN" sz="26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-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 = 1,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y</a:t>
            </a:r>
            <a:r>
              <a:rPr lang="zh-CN" altLang="en-US" sz="26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‘</a:t>
            </a:r>
            <a:r>
              <a:rPr lang="en-US" altLang="zh-CN" sz="26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 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(0</a:t>
            </a:r>
            <a:r>
              <a:rPr lang="en-US" altLang="zh-CN" sz="26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-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 = 2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，求出当输入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t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 =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u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t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为时的系统的全响应；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（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3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）指出全响应中的自由响应、强迫响应分量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  <a:p>
            <a:pPr>
              <a:lnSpc>
                <a:spcPct val="150000"/>
              </a:lnSpc>
            </a:pP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9D7C3F4-534B-76DF-CC80-C8053E5B30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2075" y="856471"/>
          <a:ext cx="43878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87647" imgH="835230" progId="Equation.DSMT4">
                  <p:embed/>
                </p:oleObj>
              </mc:Choice>
              <mc:Fallback>
                <p:oleObj name="Equation" r:id="rId6" imgW="4387647" imgH="83523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D9D7C3F4-534B-76DF-CC80-C8053E5B30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02075" y="856471"/>
                        <a:ext cx="4387850" cy="83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1F84F41-B72D-1125-AF09-B7E9CABC3C7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69051" y="3607425"/>
            <a:ext cx="1473756" cy="62230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解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(1)</a:t>
            </a:r>
            <a:endParaRPr lang="zh-HK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41C119F-7813-FB7C-E145-E73B393FA2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1265" y="3607425"/>
          <a:ext cx="4202112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19240" imgH="380880" progId="Equation.DSMT4">
                  <p:embed/>
                </p:oleObj>
              </mc:Choice>
              <mc:Fallback>
                <p:oleObj name="Equation" r:id="rId8" imgW="2019240" imgH="3808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41C119F-7813-FB7C-E145-E73B393FA2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265" y="3607425"/>
                        <a:ext cx="4202112" cy="782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335A57C0-5CF9-2D7F-DE0B-47DDC5BC95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6838" y="4639552"/>
          <a:ext cx="470376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60440" imgH="368280" progId="Equation.DSMT4">
                  <p:embed/>
                </p:oleObj>
              </mc:Choice>
              <mc:Fallback>
                <p:oleObj name="Equation" r:id="rId10" imgW="2260440" imgH="368280" progId="Equation.DSMT4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335A57C0-5CF9-2D7F-DE0B-47DDC5BC95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6838" y="4639552"/>
                        <a:ext cx="4703762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3C59BBF0-35D5-D04C-C109-5AA8043C51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5587" y="5584050"/>
          <a:ext cx="45450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84120" imgH="241200" progId="Equation.DSMT4">
                  <p:embed/>
                </p:oleObj>
              </mc:Choice>
              <mc:Fallback>
                <p:oleObj name="Equation" r:id="rId12" imgW="2184120" imgH="241200" progId="Equation.DSMT4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3C59BBF0-35D5-D04C-C109-5AA8043C51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5587" y="5584050"/>
                        <a:ext cx="4545013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4893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656"/>
    </mc:Choice>
    <mc:Fallback xmlns="">
      <p:transition advTm="3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>
            <a:extLst>
              <a:ext uri="{FF2B5EF4-FFF2-40B4-BE49-F238E27FC236}">
                <a16:creationId xmlns:a16="http://schemas.microsoft.com/office/drawing/2014/main" id="{A2855746-94F1-4AC9-8497-EFD151E1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258357-0F90-4034-8ADF-C893564FBD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37839" y="596882"/>
            <a:ext cx="11368815" cy="36328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5.7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给定系统微分方程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（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1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）当输入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t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 =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u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t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时，求解该系统的零状态响应；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（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2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）已知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y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(0</a:t>
            </a:r>
            <a:r>
              <a:rPr lang="en-US" altLang="zh-CN" sz="26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-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 = 1,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y</a:t>
            </a:r>
            <a:r>
              <a:rPr lang="zh-CN" altLang="en-US" sz="26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‘</a:t>
            </a:r>
            <a:r>
              <a:rPr lang="en-US" altLang="zh-CN" sz="26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 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(0</a:t>
            </a:r>
            <a:r>
              <a:rPr lang="en-US" altLang="zh-CN" sz="26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-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 = 2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，求出当输入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x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t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 = 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u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t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为时的系统的全响应；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（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3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）指出全响应中的自由响应、强迫响应分量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  <a:p>
            <a:pPr>
              <a:lnSpc>
                <a:spcPct val="150000"/>
              </a:lnSpc>
            </a:pP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9D7C3F4-534B-76DF-CC80-C8053E5B30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2075" y="856471"/>
          <a:ext cx="43878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87647" imgH="835230" progId="Equation.DSMT4">
                  <p:embed/>
                </p:oleObj>
              </mc:Choice>
              <mc:Fallback>
                <p:oleObj name="Equation" r:id="rId6" imgW="4387647" imgH="83523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D9D7C3F4-534B-76DF-CC80-C8053E5B30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02075" y="856471"/>
                        <a:ext cx="4387850" cy="83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5E37D99-6833-3A7D-D30D-6B140A44C157}"/>
              </a:ext>
            </a:extLst>
          </p:cNvPr>
          <p:cNvSpPr/>
          <p:nvPr/>
        </p:nvSpPr>
        <p:spPr>
          <a:xfrm>
            <a:off x="8216718" y="5670321"/>
            <a:ext cx="868680" cy="4267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768FC3-4CA9-CCC0-F74F-B8EB05A69C35}"/>
              </a:ext>
            </a:extLst>
          </p:cNvPr>
          <p:cNvSpPr/>
          <p:nvPr/>
        </p:nvSpPr>
        <p:spPr>
          <a:xfrm>
            <a:off x="5584325" y="5704611"/>
            <a:ext cx="2468880" cy="426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C9796E-C27E-2F58-1985-9153326953F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9189" y="3541451"/>
            <a:ext cx="1473756" cy="62230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解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(2)</a:t>
            </a:r>
            <a:endParaRPr lang="zh-HK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8DB9CD7D-2C64-636B-9E5C-BAE2E7B095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3619" y="3629651"/>
          <a:ext cx="76104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57600" imgH="291960" progId="Equation.DSMT4">
                  <p:embed/>
                </p:oleObj>
              </mc:Choice>
              <mc:Fallback>
                <p:oleObj name="Equation" r:id="rId8" imgW="3657600" imgH="291960" progId="Equation.DSMT4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8DB9CD7D-2C64-636B-9E5C-BAE2E7B095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619" y="3629651"/>
                        <a:ext cx="7610475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6A6F3D46-3889-55E5-F2A0-ED9110A930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9731" y="4223091"/>
          <a:ext cx="37782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15840" imgH="368280" progId="Equation.DSMT4">
                  <p:embed/>
                </p:oleObj>
              </mc:Choice>
              <mc:Fallback>
                <p:oleObj name="Equation" r:id="rId10" imgW="1815840" imgH="368280" progId="Equation.DSMT4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6A6F3D46-3889-55E5-F2A0-ED9110A930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9731" y="4223091"/>
                        <a:ext cx="3778250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31C41FC3-57F7-F53C-AC12-CFE6C3989D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2165" y="5076881"/>
          <a:ext cx="31988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36480" imgH="241200" progId="Equation.DSMT4">
                  <p:embed/>
                </p:oleObj>
              </mc:Choice>
              <mc:Fallback>
                <p:oleObj name="Equation" r:id="rId12" imgW="1536480" imgH="241200" progId="Equation.DSMT4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31C41FC3-57F7-F53C-AC12-CFE6C3989D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2165" y="5076881"/>
                        <a:ext cx="3198813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CB6D673B-9BEA-5D06-7CD1-4640DE9C47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3693" y="5670321"/>
          <a:ext cx="59975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882880" imgH="241200" progId="Equation.DSMT4">
                  <p:embed/>
                </p:oleObj>
              </mc:Choice>
              <mc:Fallback>
                <p:oleObj name="Equation" r:id="rId14" imgW="2882880" imgH="241200" progId="Equation.DSMT4">
                  <p:embed/>
                  <p:pic>
                    <p:nvPicPr>
                      <p:cNvPr id="13" name="Object 3">
                        <a:extLst>
                          <a:ext uri="{FF2B5EF4-FFF2-40B4-BE49-F238E27FC236}">
                            <a16:creationId xmlns:a16="http://schemas.microsoft.com/office/drawing/2014/main" id="{CB6D673B-9BEA-5D06-7CD1-4640DE9C47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693" y="5670321"/>
                        <a:ext cx="5997575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CC691A19-1BA9-884C-7074-33AE68DE6B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9693" y="6131331"/>
          <a:ext cx="22479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79280" imgH="203040" progId="Equation.DSMT4">
                  <p:embed/>
                </p:oleObj>
              </mc:Choice>
              <mc:Fallback>
                <p:oleObj name="Equation" r:id="rId16" imgW="1079280" imgH="203040" progId="Equation.DSMT4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CC691A19-1BA9-884C-7074-33AE68DE6B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693" y="6131331"/>
                        <a:ext cx="2247900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87038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656"/>
    </mc:Choice>
    <mc:Fallback xmlns="">
      <p:transition advTm="36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62239B-FA27-4888-9441-A33C39DD70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10783" y="1062405"/>
            <a:ext cx="9933441" cy="73660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6.1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求序列                               的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z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变换，并指出其收敛域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  <a:p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8153B1-FAB4-96CC-A3F6-D5EFF2D035AD}"/>
              </a:ext>
            </a:extLst>
          </p:cNvPr>
          <p:cNvSpPr txBox="1"/>
          <p:nvPr/>
        </p:nvSpPr>
        <p:spPr>
          <a:xfrm>
            <a:off x="1010783" y="2062460"/>
            <a:ext cx="1037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解：</a:t>
            </a:r>
            <a:endParaRPr lang="zh-CN" altLang="en-US" sz="2400" dirty="0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1214731-D668-90CB-1023-3E21A8DD27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0175" y="938856"/>
          <a:ext cx="2300287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99852" imgH="522739" progId="Equation.DSMT4">
                  <p:embed/>
                </p:oleObj>
              </mc:Choice>
              <mc:Fallback>
                <p:oleObj name="Equation" r:id="rId5" imgW="2299852" imgH="522739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1214731-D668-90CB-1023-3E21A8DD27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70175" y="938856"/>
                        <a:ext cx="2300287" cy="522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DDFF4FD-9A21-CE23-7D62-0429089B4D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0275" y="1979613"/>
          <a:ext cx="3657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57600" imgH="723600" progId="Equation.DSMT4">
                  <p:embed/>
                </p:oleObj>
              </mc:Choice>
              <mc:Fallback>
                <p:oleObj name="Equation" r:id="rId7" imgW="3657600" imgH="723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DDFF4FD-9A21-CE23-7D62-0429089B4D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70275" y="1979613"/>
                        <a:ext cx="3657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B7264D4-91A8-423C-C847-C1EBBF0645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0775" y="2884488"/>
          <a:ext cx="3276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76360" imgH="723600" progId="Equation.DSMT4">
                  <p:embed/>
                </p:oleObj>
              </mc:Choice>
              <mc:Fallback>
                <p:oleObj name="Equation" r:id="rId9" imgW="3276360" imgH="723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B7264D4-91A8-423C-C847-C1EBBF0645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60775" y="2884488"/>
                        <a:ext cx="3276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E4A38B7-BEE9-4B16-BC8E-E48F5B0EE6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2702" y="3882114"/>
          <a:ext cx="5791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790960" imgH="723600" progId="Equation.DSMT4">
                  <p:embed/>
                </p:oleObj>
              </mc:Choice>
              <mc:Fallback>
                <p:oleObj name="Equation" r:id="rId11" imgW="5790960" imgH="723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E4A38B7-BEE9-4B16-BC8E-E48F5B0EE6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22702" y="3882114"/>
                        <a:ext cx="5791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855437D-1227-F4E7-3251-C9F5CE01D4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5479" y="4916796"/>
          <a:ext cx="3352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352680" imgH="774360" progId="Equation.DSMT4">
                  <p:embed/>
                </p:oleObj>
              </mc:Choice>
              <mc:Fallback>
                <p:oleObj name="Equation" r:id="rId13" imgW="3352680" imgH="7743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855437D-1227-F4E7-3251-C9F5CE01D4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35479" y="4916796"/>
                        <a:ext cx="3352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82773953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0768" y="6356350"/>
            <a:ext cx="1153031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62239B-FA27-4888-9441-A33C39DD70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25071" y="768590"/>
            <a:ext cx="9753600" cy="156604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6.2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已知因果信号的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z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变换为                                  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       求原函数的初值和终值。</a:t>
            </a: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2346258-2E3C-C293-A2C6-2525A1715046}"/>
              </a:ext>
            </a:extLst>
          </p:cNvPr>
          <p:cNvSpPr txBox="1"/>
          <p:nvPr/>
        </p:nvSpPr>
        <p:spPr>
          <a:xfrm>
            <a:off x="1025071" y="2787994"/>
            <a:ext cx="716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解：</a:t>
            </a:r>
            <a:endParaRPr lang="zh-CN" altLang="en-US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ABB2D83-9ACE-5049-DDFB-773F51713D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7823" y="877433"/>
          <a:ext cx="3378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77880" imgH="927000" progId="Equation.DSMT4">
                  <p:embed/>
                </p:oleObj>
              </mc:Choice>
              <mc:Fallback>
                <p:oleObj name="Equation" r:id="rId5" imgW="3377880" imgH="9270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ABB2D83-9ACE-5049-DDFB-773F51713D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7823" y="877433"/>
                        <a:ext cx="33782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9F6B924-34BE-A3C7-676A-35C068F964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590800"/>
          <a:ext cx="5168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168880" imgH="838080" progId="Equation.DSMT4">
                  <p:embed/>
                </p:oleObj>
              </mc:Choice>
              <mc:Fallback>
                <p:oleObj name="Equation" r:id="rId7" imgW="5168880" imgH="838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9F6B924-34BE-A3C7-676A-35C068F96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51050" y="2590800"/>
                        <a:ext cx="51689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18BD6E5-3219-9A11-9315-D434023EB0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24844" y="2876550"/>
          <a:ext cx="4064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06080" imgH="266400" progId="Equation.DSMT4">
                  <p:embed/>
                </p:oleObj>
              </mc:Choice>
              <mc:Fallback>
                <p:oleObj name="Equation" r:id="rId9" imgW="406080" imgH="266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18BD6E5-3219-9A11-9315-D434023EB0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24844" y="2876550"/>
                        <a:ext cx="4064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DA3AD77-438E-33F7-7286-7F9345AE39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2686" y="3769468"/>
          <a:ext cx="2971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71800" imgH="482400" progId="Equation.DSMT4">
                  <p:embed/>
                </p:oleObj>
              </mc:Choice>
              <mc:Fallback>
                <p:oleObj name="Equation" r:id="rId11" imgW="297180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DA3AD77-438E-33F7-7286-7F9345AE39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82686" y="3769468"/>
                        <a:ext cx="2971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23F2B67-D3D9-42F4-A40E-FA0DA02AC4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9871" y="3507294"/>
          <a:ext cx="4076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076640" imgH="838080" progId="Equation.DSMT4">
                  <p:embed/>
                </p:oleObj>
              </mc:Choice>
              <mc:Fallback>
                <p:oleObj name="Equation" r:id="rId13" imgW="4076640" imgH="8380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C23F2B67-D3D9-42F4-A40E-FA0DA02AC4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49871" y="3507294"/>
                        <a:ext cx="40767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81A2B92-86C9-8C61-7463-93A471BF20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2533" y="4463780"/>
          <a:ext cx="2095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95200" imgH="799920" progId="Equation.DSMT4">
                  <p:embed/>
                </p:oleObj>
              </mc:Choice>
              <mc:Fallback>
                <p:oleObj name="Equation" r:id="rId15" imgW="2095200" imgH="7999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81A2B92-86C9-8C61-7463-93A471BF20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02533" y="4463780"/>
                        <a:ext cx="20955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26B7AB8-372A-3031-93D8-8E3DA0216B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4486" y="4495530"/>
          <a:ext cx="48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82400" imgH="736560" progId="Equation.DSMT4">
                  <p:embed/>
                </p:oleObj>
              </mc:Choice>
              <mc:Fallback>
                <p:oleObj name="Equation" r:id="rId17" imgW="48240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26B7AB8-372A-3031-93D8-8E3DA0216B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54486" y="4495530"/>
                        <a:ext cx="482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76301624"/>
      </p:ext>
    </p:extLst>
  </p:cSld>
  <p:clrMapOvr>
    <a:masterClrMapping/>
  </p:clrMapOvr>
  <p:transition advTm="3656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33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271054-25A6-0A15-31F1-A7D109FB84AB}"/>
              </a:ext>
            </a:extLst>
          </p:cNvPr>
          <p:cNvSpPr txBox="1"/>
          <p:nvPr/>
        </p:nvSpPr>
        <p:spPr>
          <a:xfrm>
            <a:off x="728924" y="2710397"/>
            <a:ext cx="9048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解：</a:t>
            </a:r>
            <a:endParaRPr lang="zh-CN" altLang="en-US" sz="2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663A39-D8F7-BEBA-3DFE-E6782A3B9E72}"/>
              </a:ext>
            </a:extLst>
          </p:cNvPr>
          <p:cNvSpPr txBox="1"/>
          <p:nvPr/>
        </p:nvSpPr>
        <p:spPr>
          <a:xfrm>
            <a:off x="1135848" y="686791"/>
            <a:ext cx="9573427" cy="62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6.3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分别用部分分式展开法和幂级数展开法求下式的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z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反变换。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797BE05-9E2D-DEB1-496B-0F61BBC9C5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7968" y="1308308"/>
          <a:ext cx="3684587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83795" imgH="1155281" progId="Equation.DSMT4">
                  <p:embed/>
                </p:oleObj>
              </mc:Choice>
              <mc:Fallback>
                <p:oleObj name="Equation" r:id="rId4" imgW="3683795" imgH="1155281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797BE05-9E2D-DEB1-496B-0F61BBC9C5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57968" y="1308308"/>
                        <a:ext cx="3684587" cy="115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B21530D-FEF8-6E2E-DE44-B36914C6D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8029" y="2577527"/>
          <a:ext cx="53721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71920" imgH="1155600" progId="Equation.DSMT4">
                  <p:embed/>
                </p:oleObj>
              </mc:Choice>
              <mc:Fallback>
                <p:oleObj name="Equation" r:id="rId6" imgW="5371920" imgH="1155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B21530D-FEF8-6E2E-DE44-B36914C6D0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48029" y="2577527"/>
                        <a:ext cx="5372100" cy="115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90BA0B5-14AA-2610-28C7-D944D644C8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2015" y="3991380"/>
          <a:ext cx="4699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98720" imgH="914400" progId="Equation.DSMT4">
                  <p:embed/>
                </p:oleObj>
              </mc:Choice>
              <mc:Fallback>
                <p:oleObj name="Equation" r:id="rId8" imgW="4698720" imgH="9144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90BA0B5-14AA-2610-28C7-D944D644C8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62015" y="3991380"/>
                        <a:ext cx="46990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E1FAF7D-D0D2-E30B-3195-0DC262E8D5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613025"/>
          <a:ext cx="520700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03160" imgH="495000" progId="Equation.DSMT4">
                  <p:embed/>
                </p:oleObj>
              </mc:Choice>
              <mc:Fallback>
                <p:oleObj name="Equation" r:id="rId10" imgW="2603160" imgH="4950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AE1FAF7D-D0D2-E30B-3195-0DC262E8D5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613025"/>
                        <a:ext cx="5207000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>
            <a:extLst>
              <a:ext uri="{FF2B5EF4-FFF2-40B4-BE49-F238E27FC236}">
                <a16:creationId xmlns:a16="http://schemas.microsoft.com/office/drawing/2014/main" id="{626CFC70-2518-3F90-E2BF-4C3EF092B0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66200" y="3404394"/>
          <a:ext cx="20320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15920" imgH="761760" progId="Equation.DSMT4">
                  <p:embed/>
                </p:oleObj>
              </mc:Choice>
              <mc:Fallback>
                <p:oleObj name="Equation" r:id="rId12" imgW="1015920" imgH="761760" progId="Equation.DSMT4">
                  <p:embed/>
                  <p:pic>
                    <p:nvPicPr>
                      <p:cNvPr id="10" name="Object 13">
                        <a:extLst>
                          <a:ext uri="{FF2B5EF4-FFF2-40B4-BE49-F238E27FC236}">
                            <a16:creationId xmlns:a16="http://schemas.microsoft.com/office/drawing/2014/main" id="{626CFC70-2518-3F90-E2BF-4C3EF092B0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6200" y="3404394"/>
                        <a:ext cx="20320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>
            <a:extLst>
              <a:ext uri="{FF2B5EF4-FFF2-40B4-BE49-F238E27FC236}">
                <a16:creationId xmlns:a16="http://schemas.microsoft.com/office/drawing/2014/main" id="{1C2EBBC3-1BC0-E6C4-1470-6AB40E9EB7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9401" y="2421836"/>
          <a:ext cx="228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120" imgH="164880" progId="Equation.DSMT4">
                  <p:embed/>
                </p:oleObj>
              </mc:Choice>
              <mc:Fallback>
                <p:oleObj name="Equation" r:id="rId14" imgW="114120" imgH="164880" progId="Equation.DSMT4">
                  <p:embed/>
                  <p:pic>
                    <p:nvPicPr>
                      <p:cNvPr id="12" name="Object 14">
                        <a:extLst>
                          <a:ext uri="{FF2B5EF4-FFF2-40B4-BE49-F238E27FC236}">
                            <a16:creationId xmlns:a16="http://schemas.microsoft.com/office/drawing/2014/main" id="{1C2EBBC3-1BC0-E6C4-1470-6AB40E9EB7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9401" y="2421836"/>
                        <a:ext cx="228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5D22565B-35E1-E293-E1CD-98454826C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27076" y="2149639"/>
          <a:ext cx="889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44240" imgH="406080" progId="Equation.DSMT4">
                  <p:embed/>
                </p:oleObj>
              </mc:Choice>
              <mc:Fallback>
                <p:oleObj name="Equation" r:id="rId16" imgW="444240" imgH="406080" progId="Equation.DSMT4">
                  <p:embed/>
                  <p:pic>
                    <p:nvPicPr>
                      <p:cNvPr id="15" name="Object 15">
                        <a:extLst>
                          <a:ext uri="{FF2B5EF4-FFF2-40B4-BE49-F238E27FC236}">
                            <a16:creationId xmlns:a16="http://schemas.microsoft.com/office/drawing/2014/main" id="{5D22565B-35E1-E293-E1CD-98454826CE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7076" y="2149639"/>
                        <a:ext cx="8890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54570476-3B2D-91E7-F6DF-B812DA37BD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3701" y="4880372"/>
          <a:ext cx="30226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11280" imgH="761760" progId="Equation.DSMT4">
                  <p:embed/>
                </p:oleObj>
              </mc:Choice>
              <mc:Fallback>
                <p:oleObj name="Equation" r:id="rId18" imgW="1511280" imgH="761760" progId="Equation.DSMT4">
                  <p:embed/>
                  <p:pic>
                    <p:nvPicPr>
                      <p:cNvPr id="16" name="Object 16">
                        <a:extLst>
                          <a:ext uri="{FF2B5EF4-FFF2-40B4-BE49-F238E27FC236}">
                            <a16:creationId xmlns:a16="http://schemas.microsoft.com/office/drawing/2014/main" id="{54570476-3B2D-91E7-F6DF-B812DA37BD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3701" y="4880372"/>
                        <a:ext cx="30226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7">
            <a:extLst>
              <a:ext uri="{FF2B5EF4-FFF2-40B4-BE49-F238E27FC236}">
                <a16:creationId xmlns:a16="http://schemas.microsoft.com/office/drawing/2014/main" id="{8F0CC68A-6EB9-49F8-8005-535B06E36F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74263" y="2171700"/>
          <a:ext cx="1041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20560" imgH="406080" progId="Equation.DSMT4">
                  <p:embed/>
                </p:oleObj>
              </mc:Choice>
              <mc:Fallback>
                <p:oleObj name="Equation" r:id="rId20" imgW="520560" imgH="406080" progId="Equation.DSMT4">
                  <p:embed/>
                  <p:pic>
                    <p:nvPicPr>
                      <p:cNvPr id="19" name="Object 17">
                        <a:extLst>
                          <a:ext uri="{FF2B5EF4-FFF2-40B4-BE49-F238E27FC236}">
                            <a16:creationId xmlns:a16="http://schemas.microsoft.com/office/drawing/2014/main" id="{8F0CC68A-6EB9-49F8-8005-535B06E36F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4263" y="2171700"/>
                        <a:ext cx="1041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9">
            <a:extLst>
              <a:ext uri="{FF2B5EF4-FFF2-40B4-BE49-F238E27FC236}">
                <a16:creationId xmlns:a16="http://schemas.microsoft.com/office/drawing/2014/main" id="{03AA9CCE-6FDF-66A8-0B53-4D7EC2D689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85973" y="2425127"/>
          <a:ext cx="482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1200" imgH="152280" progId="Equation.DSMT4">
                  <p:embed/>
                </p:oleObj>
              </mc:Choice>
              <mc:Fallback>
                <p:oleObj name="Equation" r:id="rId22" imgW="241200" imgH="152280" progId="Equation.DSMT4">
                  <p:embed/>
                  <p:pic>
                    <p:nvPicPr>
                      <p:cNvPr id="21" name="Object 19">
                        <a:extLst>
                          <a:ext uri="{FF2B5EF4-FFF2-40B4-BE49-F238E27FC236}">
                            <a16:creationId xmlns:a16="http://schemas.microsoft.com/office/drawing/2014/main" id="{03AA9CCE-6FDF-66A8-0B53-4D7EC2D689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5973" y="2425127"/>
                        <a:ext cx="4826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0">
            <a:extLst>
              <a:ext uri="{FF2B5EF4-FFF2-40B4-BE49-F238E27FC236}">
                <a16:creationId xmlns:a16="http://schemas.microsoft.com/office/drawing/2014/main" id="{3E198A55-327A-28D1-42FD-F75327338C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3020" y="5310784"/>
          <a:ext cx="296068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96800" imgH="406080" progId="Equation.DSMT4">
                  <p:embed/>
                </p:oleObj>
              </mc:Choice>
              <mc:Fallback>
                <p:oleObj name="Equation" r:id="rId24" imgW="1396800" imgH="406080" progId="Equation.DSMT4">
                  <p:embed/>
                  <p:pic>
                    <p:nvPicPr>
                      <p:cNvPr id="27" name="Object 20">
                        <a:extLst>
                          <a:ext uri="{FF2B5EF4-FFF2-40B4-BE49-F238E27FC236}">
                            <a16:creationId xmlns:a16="http://schemas.microsoft.com/office/drawing/2014/main" id="{3E198A55-327A-28D1-42FD-F75327338C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020" y="5310784"/>
                        <a:ext cx="2960687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36051444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10B2ED12-B7DA-45C1-86F0-8980E76D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z="18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fld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D0D47A-3BA8-52FC-9AA3-28C1B69E855E}"/>
              </a:ext>
            </a:extLst>
          </p:cNvPr>
          <p:cNvSpPr txBox="1"/>
          <p:nvPr/>
        </p:nvSpPr>
        <p:spPr>
          <a:xfrm>
            <a:off x="1135848" y="2704039"/>
            <a:ext cx="9048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1" dirty="0">
                <a:solidFill>
                  <a:srgbClr val="26252A"/>
                </a:solidFill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解：</a:t>
            </a:r>
            <a:endParaRPr lang="zh-CN" altLang="en-US" sz="2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9811FB-7358-83E7-E865-9910D1ADA1EE}"/>
              </a:ext>
            </a:extLst>
          </p:cNvPr>
          <p:cNvSpPr txBox="1"/>
          <p:nvPr/>
        </p:nvSpPr>
        <p:spPr>
          <a:xfrm>
            <a:off x="1135848" y="686791"/>
            <a:ext cx="9573427" cy="2421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6.4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给定系统微分方程：</a:t>
            </a: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（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1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）求解该系统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H(z)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（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2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）求解单位冲激响应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h(n)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，并分析其因果性和稳定性</a:t>
            </a:r>
          </a:p>
          <a:p>
            <a:pPr>
              <a:lnSpc>
                <a:spcPct val="150000"/>
              </a:lnSpc>
            </a:pPr>
            <a:endParaRPr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  <a:sym typeface="Microsoft Yahei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813FD85-C935-3D98-E48E-C2F1D290D9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6752" y="942411"/>
          <a:ext cx="4762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62795" imgH="343092" progId="Equation.DSMT4">
                  <p:embed/>
                </p:oleObj>
              </mc:Choice>
              <mc:Fallback>
                <p:oleObj name="Equation" r:id="rId4" imgW="4762795" imgH="343092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813FD85-C935-3D98-E48E-C2F1D290D9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76752" y="942411"/>
                        <a:ext cx="4762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2C7DA53-A5E2-2E6A-0ABE-301D3EB33B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9352" y="2790082"/>
          <a:ext cx="5003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03640" imgH="406080" progId="Equation.DSMT4">
                  <p:embed/>
                </p:oleObj>
              </mc:Choice>
              <mc:Fallback>
                <p:oleObj name="Equation" r:id="rId6" imgW="5003640" imgH="4060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2C7DA53-A5E2-2E6A-0ABE-301D3EB33B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49352" y="2790082"/>
                        <a:ext cx="5003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8572D30-56AE-7967-159A-E3591FBB01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0950" y="3460238"/>
          <a:ext cx="7150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149960" imgH="799920" progId="Equation.DSMT4">
                  <p:embed/>
                </p:oleObj>
              </mc:Choice>
              <mc:Fallback>
                <p:oleObj name="Equation" r:id="rId8" imgW="7149960" imgH="7999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8572D30-56AE-7967-159A-E3591FBB01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20950" y="3460238"/>
                        <a:ext cx="71501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1FB695F-524C-581C-43AA-10F308D8216B}"/>
              </a:ext>
            </a:extLst>
          </p:cNvPr>
          <p:cNvSpPr txBox="1"/>
          <p:nvPr/>
        </p:nvSpPr>
        <p:spPr>
          <a:xfrm>
            <a:off x="1909053" y="2762449"/>
            <a:ext cx="1028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）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DAFB7A-2D4A-668E-5DAE-8212F08A87B6}"/>
              </a:ext>
            </a:extLst>
          </p:cNvPr>
          <p:cNvSpPr txBox="1"/>
          <p:nvPr/>
        </p:nvSpPr>
        <p:spPr>
          <a:xfrm>
            <a:off x="106013" y="4431742"/>
            <a:ext cx="1028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  <a:sym typeface="Microsoft Yahei"/>
              </a:rPr>
              <a:t>）</a:t>
            </a:r>
            <a:endParaRPr lang="zh-CN" altLang="en-US" sz="2400" dirty="0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9C8B7D00-9460-2528-9547-BB1AF1261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3536" y="4424467"/>
            <a:ext cx="2521314" cy="5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0000FF"/>
              </a:buCl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因果，稳定</a:t>
            </a: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BE9F5549-D098-027B-8D0F-A60667BCB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195" y="4386969"/>
            <a:ext cx="3914545" cy="1842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rgbClr val="0000FF"/>
              </a:buCl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当收敛域为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|&gt;0.8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00FF"/>
              </a:buCl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当收敛域为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|&lt;0.2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00FF"/>
              </a:buCl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当收敛域为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0.2&lt;|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|&lt;0.8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93DAEC2F-4DBE-E23F-1CC9-ADF167B76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8856" y="5033505"/>
            <a:ext cx="2743201" cy="5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0000FF"/>
              </a:buCl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非因果的，不稳定</a:t>
            </a: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92BCA761-51DC-5C7D-9B2C-D9598F5BC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116" y="5621768"/>
            <a:ext cx="3420380" cy="5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0000FF"/>
              </a:buCl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非因果的，不稳定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FE6FA742-6643-386D-1056-9BCF12453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7324" y="4535819"/>
          <a:ext cx="419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760" imgH="457200" progId="Equation.DSMT4">
                  <p:embed/>
                </p:oleObj>
              </mc:Choice>
              <mc:Fallback>
                <p:oleObj name="Equation" r:id="rId10" imgW="4190760" imgH="4572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FE6FA742-6643-386D-1056-9BCF12453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047324" y="4535819"/>
                        <a:ext cx="41910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C8C317E0-102F-7CE5-DCD7-2D802CE0F1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7324" y="5115182"/>
          <a:ext cx="5549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549760" imgH="457200" progId="Equation.DSMT4">
                  <p:embed/>
                </p:oleObj>
              </mc:Choice>
              <mc:Fallback>
                <p:oleObj name="Equation" r:id="rId12" imgW="5549760" imgH="4572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C8C317E0-102F-7CE5-DCD7-2D802CE0F1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047324" y="5115182"/>
                        <a:ext cx="55499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EE005E9D-1672-D140-67C5-868DB1797B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2438" y="5733816"/>
          <a:ext cx="4775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775040" imgH="457200" progId="Equation.DSMT4">
                  <p:embed/>
                </p:oleObj>
              </mc:Choice>
              <mc:Fallback>
                <p:oleObj name="Equation" r:id="rId14" imgW="4775040" imgH="4572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EE005E9D-1672-D140-67C5-868DB1797B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552438" y="5733816"/>
                        <a:ext cx="47752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60203038"/>
      </p:ext>
    </p:extLst>
  </p:cSld>
  <p:clrMapOvr>
    <a:masterClrMapping/>
  </p:clrMapOvr>
  <p:transition advTm="36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1" grpId="0"/>
      <p:bldP spid="2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8070</TotalTime>
  <Words>1655</Words>
  <Application>Microsoft Office PowerPoint</Application>
  <PresentationFormat>宽屏</PresentationFormat>
  <Paragraphs>385</Paragraphs>
  <Slides>34</Slides>
  <Notes>34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等线</vt:lpstr>
      <vt:lpstr>Microsoft Yahei</vt:lpstr>
      <vt:lpstr>Microsoft Yahei</vt:lpstr>
      <vt:lpstr>Arial</vt:lpstr>
      <vt:lpstr>Calibri</vt:lpstr>
      <vt:lpstr>Calibri Light</vt:lpstr>
      <vt:lpstr>Cambria Math</vt:lpstr>
      <vt:lpstr>Times New Roman</vt:lpstr>
      <vt:lpstr>Wingdings</vt:lpstr>
      <vt:lpstr>Wingdings 2</vt:lpstr>
      <vt:lpstr>HDOfficeLightV0</vt:lpstr>
      <vt:lpstr>Office 主题</vt:lpstr>
      <vt:lpstr>Equation</vt:lpstr>
      <vt:lpstr>Visio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反无人作战体系及关键技术</dc:title>
  <dc:creator>DONGYE ZHUANG</dc:creator>
  <cp:lastModifiedBy>ming Xiong</cp:lastModifiedBy>
  <cp:revision>617</cp:revision>
  <cp:lastPrinted>2019-12-02T12:54:57Z</cp:lastPrinted>
  <dcterms:created xsi:type="dcterms:W3CDTF">2018-02-24T10:48:00Z</dcterms:created>
  <dcterms:modified xsi:type="dcterms:W3CDTF">2025-01-05T11:01:43Z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